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70" r:id="rId2"/>
  </p:sldIdLst>
  <p:sldSz cx="6858000" cy="9906000" type="A4"/>
  <p:notesSz cx="6858000" cy="9144000"/>
  <p:defaultTextStyle>
    <a:defPPr>
      <a:defRPr lang="fr-FR"/>
    </a:defPPr>
    <a:lvl1pPr marL="0" algn="l" defTabSz="400827" rtl="0" eaLnBrk="1" latinLnBrk="0" hangingPunct="1">
      <a:defRPr sz="1578" kern="1200">
        <a:solidFill>
          <a:schemeClr val="tx1"/>
        </a:solidFill>
        <a:latin typeface="+mn-lt"/>
        <a:ea typeface="+mn-ea"/>
        <a:cs typeface="+mn-cs"/>
      </a:defRPr>
    </a:lvl1pPr>
    <a:lvl2pPr marL="400827" algn="l" defTabSz="400827" rtl="0" eaLnBrk="1" latinLnBrk="0" hangingPunct="1">
      <a:defRPr sz="1578" kern="1200">
        <a:solidFill>
          <a:schemeClr val="tx1"/>
        </a:solidFill>
        <a:latin typeface="+mn-lt"/>
        <a:ea typeface="+mn-ea"/>
        <a:cs typeface="+mn-cs"/>
      </a:defRPr>
    </a:lvl2pPr>
    <a:lvl3pPr marL="801654" algn="l" defTabSz="400827" rtl="0" eaLnBrk="1" latinLnBrk="0" hangingPunct="1">
      <a:defRPr sz="1578" kern="1200">
        <a:solidFill>
          <a:schemeClr val="tx1"/>
        </a:solidFill>
        <a:latin typeface="+mn-lt"/>
        <a:ea typeface="+mn-ea"/>
        <a:cs typeface="+mn-cs"/>
      </a:defRPr>
    </a:lvl3pPr>
    <a:lvl4pPr marL="1202482" algn="l" defTabSz="400827" rtl="0" eaLnBrk="1" latinLnBrk="0" hangingPunct="1">
      <a:defRPr sz="1578" kern="1200">
        <a:solidFill>
          <a:schemeClr val="tx1"/>
        </a:solidFill>
        <a:latin typeface="+mn-lt"/>
        <a:ea typeface="+mn-ea"/>
        <a:cs typeface="+mn-cs"/>
      </a:defRPr>
    </a:lvl4pPr>
    <a:lvl5pPr marL="1603309" algn="l" defTabSz="400827" rtl="0" eaLnBrk="1" latinLnBrk="0" hangingPunct="1">
      <a:defRPr sz="1578" kern="1200">
        <a:solidFill>
          <a:schemeClr val="tx1"/>
        </a:solidFill>
        <a:latin typeface="+mn-lt"/>
        <a:ea typeface="+mn-ea"/>
        <a:cs typeface="+mn-cs"/>
      </a:defRPr>
    </a:lvl5pPr>
    <a:lvl6pPr marL="2004136" algn="l" defTabSz="400827" rtl="0" eaLnBrk="1" latinLnBrk="0" hangingPunct="1">
      <a:defRPr sz="1578" kern="1200">
        <a:solidFill>
          <a:schemeClr val="tx1"/>
        </a:solidFill>
        <a:latin typeface="+mn-lt"/>
        <a:ea typeface="+mn-ea"/>
        <a:cs typeface="+mn-cs"/>
      </a:defRPr>
    </a:lvl6pPr>
    <a:lvl7pPr marL="2404963" algn="l" defTabSz="400827" rtl="0" eaLnBrk="1" latinLnBrk="0" hangingPunct="1">
      <a:defRPr sz="1578" kern="1200">
        <a:solidFill>
          <a:schemeClr val="tx1"/>
        </a:solidFill>
        <a:latin typeface="+mn-lt"/>
        <a:ea typeface="+mn-ea"/>
        <a:cs typeface="+mn-cs"/>
      </a:defRPr>
    </a:lvl7pPr>
    <a:lvl8pPr marL="2805791" algn="l" defTabSz="400827" rtl="0" eaLnBrk="1" latinLnBrk="0" hangingPunct="1">
      <a:defRPr sz="1578" kern="1200">
        <a:solidFill>
          <a:schemeClr val="tx1"/>
        </a:solidFill>
        <a:latin typeface="+mn-lt"/>
        <a:ea typeface="+mn-ea"/>
        <a:cs typeface="+mn-cs"/>
      </a:defRPr>
    </a:lvl8pPr>
    <a:lvl9pPr marL="3206618" algn="l" defTabSz="400827" rtl="0" eaLnBrk="1" latinLnBrk="0" hangingPunct="1">
      <a:defRPr sz="1578"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2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C580"/>
    <a:srgbClr val="1DF122"/>
    <a:srgbClr val="2A4654"/>
    <a:srgbClr val="3B6378"/>
    <a:srgbClr val="167787"/>
    <a:srgbClr val="F2F2F2"/>
    <a:srgbClr val="CB9427"/>
    <a:srgbClr val="333333"/>
    <a:srgbClr val="DDAE4D"/>
    <a:srgbClr val="B784A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291" autoAdjust="0"/>
  </p:normalViewPr>
  <p:slideViewPr>
    <p:cSldViewPr snapToGrid="0" snapToObjects="1">
      <p:cViewPr varScale="1">
        <p:scale>
          <a:sx n="60" d="100"/>
          <a:sy n="60" d="100"/>
        </p:scale>
        <p:origin x="2530" y="38"/>
      </p:cViewPr>
      <p:guideLst>
        <p:guide orient="horz" pos="3120"/>
        <p:guide pos="216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ar-M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E60E9244-D9A2-4948-A8B9-545C195C42FF}" type="datetimeFigureOut">
              <a:rPr lang="ar-MA" smtClean="0"/>
              <a:t>07-07-1443</a:t>
            </a:fld>
            <a:endParaRPr lang="ar-MA"/>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ar-M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ar-M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ar-M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3D016160-EAAB-42DA-81FB-BDD86292C248}" type="slidenum">
              <a:rPr lang="ar-MA" smtClean="0"/>
              <a:t>‹N°›</a:t>
            </a:fld>
            <a:endParaRPr lang="ar-MA"/>
          </a:p>
        </p:txBody>
      </p:sp>
    </p:spTree>
    <p:extLst>
      <p:ext uri="{BB962C8B-B14F-4D97-AF65-F5344CB8AC3E}">
        <p14:creationId xmlns:p14="http://schemas.microsoft.com/office/powerpoint/2010/main" val="3039974752"/>
      </p:ext>
    </p:extLst>
  </p:cSld>
  <p:clrMap bg1="lt1" tx1="dk1" bg2="lt2" tx2="dk2" accent1="accent1" accent2="accent2" accent3="accent3" accent4="accent4" accent5="accent5" accent6="accent6" hlink="hlink" folHlink="folHlink"/>
  <p:notesStyle>
    <a:lvl1pPr marL="0" algn="l" defTabSz="801654" rtl="0" eaLnBrk="1" latinLnBrk="0" hangingPunct="1">
      <a:defRPr sz="1052" kern="1200">
        <a:solidFill>
          <a:schemeClr val="tx1"/>
        </a:solidFill>
        <a:latin typeface="+mn-lt"/>
        <a:ea typeface="+mn-ea"/>
        <a:cs typeface="+mn-cs"/>
      </a:defRPr>
    </a:lvl1pPr>
    <a:lvl2pPr marL="400827" algn="l" defTabSz="801654" rtl="0" eaLnBrk="1" latinLnBrk="0" hangingPunct="1">
      <a:defRPr sz="1052" kern="1200">
        <a:solidFill>
          <a:schemeClr val="tx1"/>
        </a:solidFill>
        <a:latin typeface="+mn-lt"/>
        <a:ea typeface="+mn-ea"/>
        <a:cs typeface="+mn-cs"/>
      </a:defRPr>
    </a:lvl2pPr>
    <a:lvl3pPr marL="801654" algn="l" defTabSz="801654" rtl="0" eaLnBrk="1" latinLnBrk="0" hangingPunct="1">
      <a:defRPr sz="1052" kern="1200">
        <a:solidFill>
          <a:schemeClr val="tx1"/>
        </a:solidFill>
        <a:latin typeface="+mn-lt"/>
        <a:ea typeface="+mn-ea"/>
        <a:cs typeface="+mn-cs"/>
      </a:defRPr>
    </a:lvl3pPr>
    <a:lvl4pPr marL="1202482" algn="l" defTabSz="801654" rtl="0" eaLnBrk="1" latinLnBrk="0" hangingPunct="1">
      <a:defRPr sz="1052" kern="1200">
        <a:solidFill>
          <a:schemeClr val="tx1"/>
        </a:solidFill>
        <a:latin typeface="+mn-lt"/>
        <a:ea typeface="+mn-ea"/>
        <a:cs typeface="+mn-cs"/>
      </a:defRPr>
    </a:lvl4pPr>
    <a:lvl5pPr marL="1603309" algn="l" defTabSz="801654" rtl="0" eaLnBrk="1" latinLnBrk="0" hangingPunct="1">
      <a:defRPr sz="1052" kern="1200">
        <a:solidFill>
          <a:schemeClr val="tx1"/>
        </a:solidFill>
        <a:latin typeface="+mn-lt"/>
        <a:ea typeface="+mn-ea"/>
        <a:cs typeface="+mn-cs"/>
      </a:defRPr>
    </a:lvl5pPr>
    <a:lvl6pPr marL="2004136" algn="l" defTabSz="801654" rtl="0" eaLnBrk="1" latinLnBrk="0" hangingPunct="1">
      <a:defRPr sz="1052" kern="1200">
        <a:solidFill>
          <a:schemeClr val="tx1"/>
        </a:solidFill>
        <a:latin typeface="+mn-lt"/>
        <a:ea typeface="+mn-ea"/>
        <a:cs typeface="+mn-cs"/>
      </a:defRPr>
    </a:lvl6pPr>
    <a:lvl7pPr marL="2404963" algn="l" defTabSz="801654" rtl="0" eaLnBrk="1" latinLnBrk="0" hangingPunct="1">
      <a:defRPr sz="1052" kern="1200">
        <a:solidFill>
          <a:schemeClr val="tx1"/>
        </a:solidFill>
        <a:latin typeface="+mn-lt"/>
        <a:ea typeface="+mn-ea"/>
        <a:cs typeface="+mn-cs"/>
      </a:defRPr>
    </a:lvl7pPr>
    <a:lvl8pPr marL="2805791" algn="l" defTabSz="801654" rtl="0" eaLnBrk="1" latinLnBrk="0" hangingPunct="1">
      <a:defRPr sz="1052" kern="1200">
        <a:solidFill>
          <a:schemeClr val="tx1"/>
        </a:solidFill>
        <a:latin typeface="+mn-lt"/>
        <a:ea typeface="+mn-ea"/>
        <a:cs typeface="+mn-cs"/>
      </a:defRPr>
    </a:lvl8pPr>
    <a:lvl9pPr marL="3206618" algn="l" defTabSz="801654" rtl="0" eaLnBrk="1" latinLnBrk="0" hangingPunct="1">
      <a:defRPr sz="1052"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801654" rtl="0" eaLnBrk="1" fontAlgn="auto" latinLnBrk="0" hangingPunct="1">
              <a:lnSpc>
                <a:spcPct val="100000"/>
              </a:lnSpc>
              <a:spcBef>
                <a:spcPts val="0"/>
              </a:spcBef>
              <a:spcAft>
                <a:spcPts val="0"/>
              </a:spcAft>
              <a:buClrTx/>
              <a:buSzTx/>
              <a:buFontTx/>
              <a:buNone/>
              <a:tabLst/>
              <a:defRPr/>
            </a:pPr>
            <a:r>
              <a:rPr lang="fr-FR" dirty="0"/>
              <a:t>Cvexemple.com © Tous droits réservés</a:t>
            </a:r>
          </a:p>
          <a:p>
            <a:endParaRPr lang="fr-FR" dirty="0"/>
          </a:p>
        </p:txBody>
      </p:sp>
      <p:sp>
        <p:nvSpPr>
          <p:cNvPr id="4" name="Slide Number Placeholder 3"/>
          <p:cNvSpPr>
            <a:spLocks noGrp="1"/>
          </p:cNvSpPr>
          <p:nvPr>
            <p:ph type="sldNum" sz="quarter" idx="5"/>
          </p:nvPr>
        </p:nvSpPr>
        <p:spPr/>
        <p:txBody>
          <a:bodyPr/>
          <a:lstStyle/>
          <a:p>
            <a:fld id="{3D016160-EAAB-42DA-81FB-BDD86292C248}" type="slidenum">
              <a:rPr lang="ar-MA" smtClean="0"/>
              <a:t>1</a:t>
            </a:fld>
            <a:endParaRPr lang="ar-MA"/>
          </a:p>
        </p:txBody>
      </p:sp>
    </p:spTree>
    <p:extLst>
      <p:ext uri="{BB962C8B-B14F-4D97-AF65-F5344CB8AC3E}">
        <p14:creationId xmlns:p14="http://schemas.microsoft.com/office/powerpoint/2010/main" val="11216808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514351" y="3077283"/>
            <a:ext cx="5829300" cy="2123369"/>
          </a:xfrm>
        </p:spPr>
        <p:txBody>
          <a:bodyPr/>
          <a:lstStyle/>
          <a:p>
            <a:r>
              <a:rPr lang="fr-FR"/>
              <a:t>Cliquez et modifiez le titre</a:t>
            </a:r>
          </a:p>
        </p:txBody>
      </p:sp>
      <p:sp>
        <p:nvSpPr>
          <p:cNvPr id="3" name="Sous-titre 2"/>
          <p:cNvSpPr>
            <a:spLocks noGrp="1"/>
          </p:cNvSpPr>
          <p:nvPr>
            <p:ph type="subTitle" idx="1"/>
          </p:nvPr>
        </p:nvSpPr>
        <p:spPr>
          <a:xfrm>
            <a:off x="1028701" y="5613401"/>
            <a:ext cx="4800600" cy="2531533"/>
          </a:xfrm>
        </p:spPr>
        <p:txBody>
          <a:bodyPr/>
          <a:lstStyle>
            <a:lvl1pPr marL="0" indent="0" algn="ctr">
              <a:buNone/>
              <a:defRPr>
                <a:solidFill>
                  <a:schemeClr val="tx1">
                    <a:tint val="75000"/>
                  </a:schemeClr>
                </a:solidFill>
              </a:defRPr>
            </a:lvl1pPr>
            <a:lvl2pPr marL="391135" indent="0" algn="ctr">
              <a:buNone/>
              <a:defRPr>
                <a:solidFill>
                  <a:schemeClr val="tx1">
                    <a:tint val="75000"/>
                  </a:schemeClr>
                </a:solidFill>
              </a:defRPr>
            </a:lvl2pPr>
            <a:lvl3pPr marL="782269" indent="0" algn="ctr">
              <a:buNone/>
              <a:defRPr>
                <a:solidFill>
                  <a:schemeClr val="tx1">
                    <a:tint val="75000"/>
                  </a:schemeClr>
                </a:solidFill>
              </a:defRPr>
            </a:lvl3pPr>
            <a:lvl4pPr marL="1173404" indent="0" algn="ctr">
              <a:buNone/>
              <a:defRPr>
                <a:solidFill>
                  <a:schemeClr val="tx1">
                    <a:tint val="75000"/>
                  </a:schemeClr>
                </a:solidFill>
              </a:defRPr>
            </a:lvl4pPr>
            <a:lvl5pPr marL="1564538" indent="0" algn="ctr">
              <a:buNone/>
              <a:defRPr>
                <a:solidFill>
                  <a:schemeClr val="tx1">
                    <a:tint val="75000"/>
                  </a:schemeClr>
                </a:solidFill>
              </a:defRPr>
            </a:lvl5pPr>
            <a:lvl6pPr marL="1955673" indent="0" algn="ctr">
              <a:buNone/>
              <a:defRPr>
                <a:solidFill>
                  <a:schemeClr val="tx1">
                    <a:tint val="75000"/>
                  </a:schemeClr>
                </a:solidFill>
              </a:defRPr>
            </a:lvl6pPr>
            <a:lvl7pPr marL="2346808" indent="0" algn="ctr">
              <a:buNone/>
              <a:defRPr>
                <a:solidFill>
                  <a:schemeClr val="tx1">
                    <a:tint val="75000"/>
                  </a:schemeClr>
                </a:solidFill>
              </a:defRPr>
            </a:lvl7pPr>
            <a:lvl8pPr marL="2737942" indent="0" algn="ctr">
              <a:buNone/>
              <a:defRPr>
                <a:solidFill>
                  <a:schemeClr val="tx1">
                    <a:tint val="75000"/>
                  </a:schemeClr>
                </a:solidFill>
              </a:defRPr>
            </a:lvl8pPr>
            <a:lvl9pPr marL="3129077" indent="0" algn="ctr">
              <a:buNone/>
              <a:defRPr>
                <a:solidFill>
                  <a:schemeClr val="tx1">
                    <a:tint val="75000"/>
                  </a:schemeClr>
                </a:solidFill>
              </a:defRPr>
            </a:lvl9pPr>
          </a:lstStyle>
          <a:p>
            <a:r>
              <a:rPr lang="fr-FR"/>
              <a:t>Cliquez pour modifier le style des sous-titres du masque</a:t>
            </a:r>
          </a:p>
        </p:txBody>
      </p:sp>
      <p:sp>
        <p:nvSpPr>
          <p:cNvPr id="4" name="Espace réservé de la date 3"/>
          <p:cNvSpPr>
            <a:spLocks noGrp="1"/>
          </p:cNvSpPr>
          <p:nvPr>
            <p:ph type="dt" sz="half" idx="10"/>
          </p:nvPr>
        </p:nvSpPr>
        <p:spPr/>
        <p:txBody>
          <a:bodyPr/>
          <a:lstStyle/>
          <a:p>
            <a:fld id="{36F6A27C-E2F9-C140-AA96-063441F5E1DC}" type="datetimeFigureOut">
              <a:rPr lang="fr-FR" smtClean="0"/>
              <a:t>08/02/2022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CC829F0-9E9D-5843-8AC4-BFFFF05F267C}" type="slidenum">
              <a:rPr lang="fr-FR" smtClean="0"/>
              <a:t>‹N°›</a:t>
            </a:fld>
            <a:endParaRPr lang="fr-FR"/>
          </a:p>
        </p:txBody>
      </p:sp>
    </p:spTree>
    <p:extLst>
      <p:ext uri="{BB962C8B-B14F-4D97-AF65-F5344CB8AC3E}">
        <p14:creationId xmlns:p14="http://schemas.microsoft.com/office/powerpoint/2010/main" val="8366808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36F6A27C-E2F9-C140-AA96-063441F5E1DC}" type="datetimeFigureOut">
              <a:rPr lang="fr-FR" smtClean="0"/>
              <a:t>08/02/2022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CC829F0-9E9D-5843-8AC4-BFFFF05F267C}" type="slidenum">
              <a:rPr lang="fr-FR" smtClean="0"/>
              <a:t>‹N°›</a:t>
            </a:fld>
            <a:endParaRPr lang="fr-FR"/>
          </a:p>
        </p:txBody>
      </p:sp>
    </p:spTree>
    <p:extLst>
      <p:ext uri="{BB962C8B-B14F-4D97-AF65-F5344CB8AC3E}">
        <p14:creationId xmlns:p14="http://schemas.microsoft.com/office/powerpoint/2010/main" val="24447349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541735" y="6365524"/>
            <a:ext cx="5829300" cy="1967442"/>
          </a:xfrm>
        </p:spPr>
        <p:txBody>
          <a:bodyPr anchor="t"/>
          <a:lstStyle>
            <a:lvl1pPr algn="l">
              <a:defRPr sz="3422" b="1" cap="all"/>
            </a:lvl1pPr>
          </a:lstStyle>
          <a:p>
            <a:r>
              <a:rPr lang="fr-FR"/>
              <a:t>Cliquez et modifiez le titre</a:t>
            </a:r>
          </a:p>
        </p:txBody>
      </p:sp>
      <p:sp>
        <p:nvSpPr>
          <p:cNvPr id="3" name="Espace réservé du texte 2"/>
          <p:cNvSpPr>
            <a:spLocks noGrp="1"/>
          </p:cNvSpPr>
          <p:nvPr>
            <p:ph type="body" idx="1"/>
          </p:nvPr>
        </p:nvSpPr>
        <p:spPr>
          <a:xfrm>
            <a:off x="541735" y="4198586"/>
            <a:ext cx="5829300" cy="2166938"/>
          </a:xfrm>
        </p:spPr>
        <p:txBody>
          <a:bodyPr anchor="b"/>
          <a:lstStyle>
            <a:lvl1pPr marL="0" indent="0">
              <a:buNone/>
              <a:defRPr sz="1711">
                <a:solidFill>
                  <a:schemeClr val="tx1">
                    <a:tint val="75000"/>
                  </a:schemeClr>
                </a:solidFill>
              </a:defRPr>
            </a:lvl1pPr>
            <a:lvl2pPr marL="391135" indent="0">
              <a:buNone/>
              <a:defRPr sz="1540">
                <a:solidFill>
                  <a:schemeClr val="tx1">
                    <a:tint val="75000"/>
                  </a:schemeClr>
                </a:solidFill>
              </a:defRPr>
            </a:lvl2pPr>
            <a:lvl3pPr marL="782269" indent="0">
              <a:buNone/>
              <a:defRPr sz="1369">
                <a:solidFill>
                  <a:schemeClr val="tx1">
                    <a:tint val="75000"/>
                  </a:schemeClr>
                </a:solidFill>
              </a:defRPr>
            </a:lvl3pPr>
            <a:lvl4pPr marL="1173404" indent="0">
              <a:buNone/>
              <a:defRPr sz="1198">
                <a:solidFill>
                  <a:schemeClr val="tx1">
                    <a:tint val="75000"/>
                  </a:schemeClr>
                </a:solidFill>
              </a:defRPr>
            </a:lvl4pPr>
            <a:lvl5pPr marL="1564538" indent="0">
              <a:buNone/>
              <a:defRPr sz="1198">
                <a:solidFill>
                  <a:schemeClr val="tx1">
                    <a:tint val="75000"/>
                  </a:schemeClr>
                </a:solidFill>
              </a:defRPr>
            </a:lvl5pPr>
            <a:lvl6pPr marL="1955673" indent="0">
              <a:buNone/>
              <a:defRPr sz="1198">
                <a:solidFill>
                  <a:schemeClr val="tx1">
                    <a:tint val="75000"/>
                  </a:schemeClr>
                </a:solidFill>
              </a:defRPr>
            </a:lvl6pPr>
            <a:lvl7pPr marL="2346808" indent="0">
              <a:buNone/>
              <a:defRPr sz="1198">
                <a:solidFill>
                  <a:schemeClr val="tx1">
                    <a:tint val="75000"/>
                  </a:schemeClr>
                </a:solidFill>
              </a:defRPr>
            </a:lvl7pPr>
            <a:lvl8pPr marL="2737942" indent="0">
              <a:buNone/>
              <a:defRPr sz="1198">
                <a:solidFill>
                  <a:schemeClr val="tx1">
                    <a:tint val="75000"/>
                  </a:schemeClr>
                </a:solidFill>
              </a:defRPr>
            </a:lvl8pPr>
            <a:lvl9pPr marL="3129077" indent="0">
              <a:buNone/>
              <a:defRPr sz="1198">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p>
            <a:fld id="{36F6A27C-E2F9-C140-AA96-063441F5E1DC}" type="datetimeFigureOut">
              <a:rPr lang="fr-FR" smtClean="0"/>
              <a:t>08/02/2022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CC829F0-9E9D-5843-8AC4-BFFFF05F267C}" type="slidenum">
              <a:rPr lang="fr-FR" smtClean="0"/>
              <a:t>‹N°›</a:t>
            </a:fld>
            <a:endParaRPr lang="fr-FR"/>
          </a:p>
        </p:txBody>
      </p:sp>
    </p:spTree>
    <p:extLst>
      <p:ext uri="{BB962C8B-B14F-4D97-AF65-F5344CB8AC3E}">
        <p14:creationId xmlns:p14="http://schemas.microsoft.com/office/powerpoint/2010/main" val="4230993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contenu 2"/>
          <p:cNvSpPr>
            <a:spLocks noGrp="1"/>
          </p:cNvSpPr>
          <p:nvPr>
            <p:ph sz="half" idx="1"/>
          </p:nvPr>
        </p:nvSpPr>
        <p:spPr>
          <a:xfrm>
            <a:off x="283369" y="3602391"/>
            <a:ext cx="2495550" cy="10190338"/>
          </a:xfrm>
        </p:spPr>
        <p:txBody>
          <a:bodyPr/>
          <a:lstStyle>
            <a:lvl1pPr>
              <a:defRPr sz="2395"/>
            </a:lvl1pPr>
            <a:lvl2pPr>
              <a:defRPr sz="2053"/>
            </a:lvl2pPr>
            <a:lvl3pPr>
              <a:defRPr sz="1711"/>
            </a:lvl3pPr>
            <a:lvl4pPr>
              <a:defRPr sz="1540"/>
            </a:lvl4pPr>
            <a:lvl5pPr>
              <a:defRPr sz="1540"/>
            </a:lvl5pPr>
            <a:lvl6pPr>
              <a:defRPr sz="1540"/>
            </a:lvl6pPr>
            <a:lvl7pPr>
              <a:defRPr sz="1540"/>
            </a:lvl7pPr>
            <a:lvl8pPr>
              <a:defRPr sz="1540"/>
            </a:lvl8pPr>
            <a:lvl9pPr>
              <a:defRPr sz="154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2893219" y="3602391"/>
            <a:ext cx="2495550" cy="10190338"/>
          </a:xfrm>
        </p:spPr>
        <p:txBody>
          <a:bodyPr/>
          <a:lstStyle>
            <a:lvl1pPr>
              <a:defRPr sz="2395"/>
            </a:lvl1pPr>
            <a:lvl2pPr>
              <a:defRPr sz="2053"/>
            </a:lvl2pPr>
            <a:lvl3pPr>
              <a:defRPr sz="1711"/>
            </a:lvl3pPr>
            <a:lvl4pPr>
              <a:defRPr sz="1540"/>
            </a:lvl4pPr>
            <a:lvl5pPr>
              <a:defRPr sz="1540"/>
            </a:lvl5pPr>
            <a:lvl6pPr>
              <a:defRPr sz="1540"/>
            </a:lvl6pPr>
            <a:lvl7pPr>
              <a:defRPr sz="1540"/>
            </a:lvl7pPr>
            <a:lvl8pPr>
              <a:defRPr sz="1540"/>
            </a:lvl8pPr>
            <a:lvl9pPr>
              <a:defRPr sz="154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36F6A27C-E2F9-C140-AA96-063441F5E1DC}" type="datetimeFigureOut">
              <a:rPr lang="fr-FR" smtClean="0"/>
              <a:t>08/02/2022</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8CC829F0-9E9D-5843-8AC4-BFFFF05F267C}" type="slidenum">
              <a:rPr lang="fr-FR" smtClean="0"/>
              <a:t>‹N°›</a:t>
            </a:fld>
            <a:endParaRPr lang="fr-FR"/>
          </a:p>
        </p:txBody>
      </p:sp>
    </p:spTree>
    <p:extLst>
      <p:ext uri="{BB962C8B-B14F-4D97-AF65-F5344CB8AC3E}">
        <p14:creationId xmlns:p14="http://schemas.microsoft.com/office/powerpoint/2010/main" val="3376920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342901" y="396699"/>
            <a:ext cx="6172200" cy="1651000"/>
          </a:xfrm>
        </p:spPr>
        <p:txBody>
          <a:bodyPr/>
          <a:lstStyle>
            <a:lvl1pPr>
              <a:defRPr/>
            </a:lvl1pPr>
          </a:lstStyle>
          <a:p>
            <a:r>
              <a:rPr lang="fr-FR"/>
              <a:t>Cliquez et modifiez le titre</a:t>
            </a:r>
          </a:p>
        </p:txBody>
      </p:sp>
      <p:sp>
        <p:nvSpPr>
          <p:cNvPr id="3" name="Espace réservé du texte 2"/>
          <p:cNvSpPr>
            <a:spLocks noGrp="1"/>
          </p:cNvSpPr>
          <p:nvPr>
            <p:ph type="body" idx="1"/>
          </p:nvPr>
        </p:nvSpPr>
        <p:spPr>
          <a:xfrm>
            <a:off x="342900" y="2217386"/>
            <a:ext cx="3030141" cy="924101"/>
          </a:xfrm>
        </p:spPr>
        <p:txBody>
          <a:bodyPr anchor="b"/>
          <a:lstStyle>
            <a:lvl1pPr marL="0" indent="0">
              <a:buNone/>
              <a:defRPr sz="2053" b="1"/>
            </a:lvl1pPr>
            <a:lvl2pPr marL="391135" indent="0">
              <a:buNone/>
              <a:defRPr sz="1711" b="1"/>
            </a:lvl2pPr>
            <a:lvl3pPr marL="782269" indent="0">
              <a:buNone/>
              <a:defRPr sz="1540" b="1"/>
            </a:lvl3pPr>
            <a:lvl4pPr marL="1173404" indent="0">
              <a:buNone/>
              <a:defRPr sz="1369" b="1"/>
            </a:lvl4pPr>
            <a:lvl5pPr marL="1564538" indent="0">
              <a:buNone/>
              <a:defRPr sz="1369" b="1"/>
            </a:lvl5pPr>
            <a:lvl6pPr marL="1955673" indent="0">
              <a:buNone/>
              <a:defRPr sz="1369" b="1"/>
            </a:lvl6pPr>
            <a:lvl7pPr marL="2346808" indent="0">
              <a:buNone/>
              <a:defRPr sz="1369" b="1"/>
            </a:lvl7pPr>
            <a:lvl8pPr marL="2737942" indent="0">
              <a:buNone/>
              <a:defRPr sz="1369" b="1"/>
            </a:lvl8pPr>
            <a:lvl9pPr marL="3129077" indent="0">
              <a:buNone/>
              <a:defRPr sz="1369" b="1"/>
            </a:lvl9pPr>
          </a:lstStyle>
          <a:p>
            <a:pPr lvl="0"/>
            <a:r>
              <a:rPr lang="fr-FR"/>
              <a:t>Cliquez pour modifier les styles du texte du masque</a:t>
            </a:r>
          </a:p>
        </p:txBody>
      </p:sp>
      <p:sp>
        <p:nvSpPr>
          <p:cNvPr id="4" name="Espace réservé du contenu 3"/>
          <p:cNvSpPr>
            <a:spLocks noGrp="1"/>
          </p:cNvSpPr>
          <p:nvPr>
            <p:ph sz="half" idx="2"/>
          </p:nvPr>
        </p:nvSpPr>
        <p:spPr>
          <a:xfrm>
            <a:off x="342900" y="3141487"/>
            <a:ext cx="3030141" cy="5707416"/>
          </a:xfrm>
        </p:spPr>
        <p:txBody>
          <a:bodyPr/>
          <a:lstStyle>
            <a:lvl1pPr>
              <a:defRPr sz="2053"/>
            </a:lvl1pPr>
            <a:lvl2pPr>
              <a:defRPr sz="1711"/>
            </a:lvl2pPr>
            <a:lvl3pPr>
              <a:defRPr sz="1540"/>
            </a:lvl3pPr>
            <a:lvl4pPr>
              <a:defRPr sz="1369"/>
            </a:lvl4pPr>
            <a:lvl5pPr>
              <a:defRPr sz="1369"/>
            </a:lvl5pPr>
            <a:lvl6pPr>
              <a:defRPr sz="1369"/>
            </a:lvl6pPr>
            <a:lvl7pPr>
              <a:defRPr sz="1369"/>
            </a:lvl7pPr>
            <a:lvl8pPr>
              <a:defRPr sz="1369"/>
            </a:lvl8pPr>
            <a:lvl9pPr>
              <a:defRPr sz="1369"/>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3483771" y="2217386"/>
            <a:ext cx="3031331" cy="924101"/>
          </a:xfrm>
        </p:spPr>
        <p:txBody>
          <a:bodyPr anchor="b"/>
          <a:lstStyle>
            <a:lvl1pPr marL="0" indent="0">
              <a:buNone/>
              <a:defRPr sz="2053" b="1"/>
            </a:lvl1pPr>
            <a:lvl2pPr marL="391135" indent="0">
              <a:buNone/>
              <a:defRPr sz="1711" b="1"/>
            </a:lvl2pPr>
            <a:lvl3pPr marL="782269" indent="0">
              <a:buNone/>
              <a:defRPr sz="1540" b="1"/>
            </a:lvl3pPr>
            <a:lvl4pPr marL="1173404" indent="0">
              <a:buNone/>
              <a:defRPr sz="1369" b="1"/>
            </a:lvl4pPr>
            <a:lvl5pPr marL="1564538" indent="0">
              <a:buNone/>
              <a:defRPr sz="1369" b="1"/>
            </a:lvl5pPr>
            <a:lvl6pPr marL="1955673" indent="0">
              <a:buNone/>
              <a:defRPr sz="1369" b="1"/>
            </a:lvl6pPr>
            <a:lvl7pPr marL="2346808" indent="0">
              <a:buNone/>
              <a:defRPr sz="1369" b="1"/>
            </a:lvl7pPr>
            <a:lvl8pPr marL="2737942" indent="0">
              <a:buNone/>
              <a:defRPr sz="1369" b="1"/>
            </a:lvl8pPr>
            <a:lvl9pPr marL="3129077" indent="0">
              <a:buNone/>
              <a:defRPr sz="1369" b="1"/>
            </a:lvl9pPr>
          </a:lstStyle>
          <a:p>
            <a:pPr lvl="0"/>
            <a:r>
              <a:rPr lang="fr-FR"/>
              <a:t>Cliquez pour modifier les styles du texte du masque</a:t>
            </a:r>
          </a:p>
        </p:txBody>
      </p:sp>
      <p:sp>
        <p:nvSpPr>
          <p:cNvPr id="6" name="Espace réservé du contenu 5"/>
          <p:cNvSpPr>
            <a:spLocks noGrp="1"/>
          </p:cNvSpPr>
          <p:nvPr>
            <p:ph sz="quarter" idx="4"/>
          </p:nvPr>
        </p:nvSpPr>
        <p:spPr>
          <a:xfrm>
            <a:off x="3483771" y="3141487"/>
            <a:ext cx="3031331" cy="5707416"/>
          </a:xfrm>
        </p:spPr>
        <p:txBody>
          <a:bodyPr/>
          <a:lstStyle>
            <a:lvl1pPr>
              <a:defRPr sz="2053"/>
            </a:lvl1pPr>
            <a:lvl2pPr>
              <a:defRPr sz="1711"/>
            </a:lvl2pPr>
            <a:lvl3pPr>
              <a:defRPr sz="1540"/>
            </a:lvl3pPr>
            <a:lvl4pPr>
              <a:defRPr sz="1369"/>
            </a:lvl4pPr>
            <a:lvl5pPr>
              <a:defRPr sz="1369"/>
            </a:lvl5pPr>
            <a:lvl6pPr>
              <a:defRPr sz="1369"/>
            </a:lvl6pPr>
            <a:lvl7pPr>
              <a:defRPr sz="1369"/>
            </a:lvl7pPr>
            <a:lvl8pPr>
              <a:defRPr sz="1369"/>
            </a:lvl8pPr>
            <a:lvl9pPr>
              <a:defRPr sz="1369"/>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36F6A27C-E2F9-C140-AA96-063441F5E1DC}" type="datetimeFigureOut">
              <a:rPr lang="fr-FR" smtClean="0"/>
              <a:t>08/02/2022</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8CC829F0-9E9D-5843-8AC4-BFFFF05F267C}" type="slidenum">
              <a:rPr lang="fr-FR" smtClean="0"/>
              <a:t>‹N°›</a:t>
            </a:fld>
            <a:endParaRPr lang="fr-FR"/>
          </a:p>
        </p:txBody>
      </p:sp>
    </p:spTree>
    <p:extLst>
      <p:ext uri="{BB962C8B-B14F-4D97-AF65-F5344CB8AC3E}">
        <p14:creationId xmlns:p14="http://schemas.microsoft.com/office/powerpoint/2010/main" val="16017919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e la date 2"/>
          <p:cNvSpPr>
            <a:spLocks noGrp="1"/>
          </p:cNvSpPr>
          <p:nvPr>
            <p:ph type="dt" sz="half" idx="10"/>
          </p:nvPr>
        </p:nvSpPr>
        <p:spPr/>
        <p:txBody>
          <a:bodyPr/>
          <a:lstStyle/>
          <a:p>
            <a:fld id="{36F6A27C-E2F9-C140-AA96-063441F5E1DC}" type="datetimeFigureOut">
              <a:rPr lang="fr-FR" smtClean="0"/>
              <a:t>08/02/2022</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8CC829F0-9E9D-5843-8AC4-BFFFF05F267C}" type="slidenum">
              <a:rPr lang="fr-FR" smtClean="0"/>
              <a:t>‹N°›</a:t>
            </a:fld>
            <a:endParaRPr lang="fr-FR"/>
          </a:p>
        </p:txBody>
      </p:sp>
    </p:spTree>
    <p:extLst>
      <p:ext uri="{BB962C8B-B14F-4D97-AF65-F5344CB8AC3E}">
        <p14:creationId xmlns:p14="http://schemas.microsoft.com/office/powerpoint/2010/main" val="137383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36F6A27C-E2F9-C140-AA96-063441F5E1DC}" type="datetimeFigureOut">
              <a:rPr lang="fr-FR" smtClean="0"/>
              <a:t>08/02/2022</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8CC829F0-9E9D-5843-8AC4-BFFFF05F267C}" type="slidenum">
              <a:rPr lang="fr-FR" smtClean="0"/>
              <a:t>‹N°›</a:t>
            </a:fld>
            <a:endParaRPr lang="fr-FR"/>
          </a:p>
        </p:txBody>
      </p:sp>
    </p:spTree>
    <p:extLst>
      <p:ext uri="{BB962C8B-B14F-4D97-AF65-F5344CB8AC3E}">
        <p14:creationId xmlns:p14="http://schemas.microsoft.com/office/powerpoint/2010/main" val="2737158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342902" y="394405"/>
            <a:ext cx="2256235" cy="1678517"/>
          </a:xfrm>
        </p:spPr>
        <p:txBody>
          <a:bodyPr anchor="b"/>
          <a:lstStyle>
            <a:lvl1pPr algn="l">
              <a:defRPr sz="1711" b="1"/>
            </a:lvl1pPr>
          </a:lstStyle>
          <a:p>
            <a:r>
              <a:rPr lang="fr-FR"/>
              <a:t>Cliquez et modifiez le titre</a:t>
            </a:r>
          </a:p>
        </p:txBody>
      </p:sp>
      <p:sp>
        <p:nvSpPr>
          <p:cNvPr id="3" name="Espace réservé du contenu 2"/>
          <p:cNvSpPr>
            <a:spLocks noGrp="1"/>
          </p:cNvSpPr>
          <p:nvPr>
            <p:ph idx="1"/>
          </p:nvPr>
        </p:nvSpPr>
        <p:spPr>
          <a:xfrm>
            <a:off x="2681288" y="394407"/>
            <a:ext cx="3833812" cy="8454496"/>
          </a:xfrm>
        </p:spPr>
        <p:txBody>
          <a:bodyPr/>
          <a:lstStyle>
            <a:lvl1pPr>
              <a:defRPr sz="2738"/>
            </a:lvl1pPr>
            <a:lvl2pPr>
              <a:defRPr sz="2395"/>
            </a:lvl2pPr>
            <a:lvl3pPr>
              <a:defRPr sz="2053"/>
            </a:lvl3pPr>
            <a:lvl4pPr>
              <a:defRPr sz="1711"/>
            </a:lvl4pPr>
            <a:lvl5pPr>
              <a:defRPr sz="1711"/>
            </a:lvl5pPr>
            <a:lvl6pPr>
              <a:defRPr sz="1711"/>
            </a:lvl6pPr>
            <a:lvl7pPr>
              <a:defRPr sz="1711"/>
            </a:lvl7pPr>
            <a:lvl8pPr>
              <a:defRPr sz="1711"/>
            </a:lvl8pPr>
            <a:lvl9pPr>
              <a:defRPr sz="1711"/>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342902" y="2072923"/>
            <a:ext cx="2256235" cy="6775980"/>
          </a:xfrm>
        </p:spPr>
        <p:txBody>
          <a:bodyPr/>
          <a:lstStyle>
            <a:lvl1pPr marL="0" indent="0">
              <a:buNone/>
              <a:defRPr sz="1198"/>
            </a:lvl1pPr>
            <a:lvl2pPr marL="391135" indent="0">
              <a:buNone/>
              <a:defRPr sz="1027"/>
            </a:lvl2pPr>
            <a:lvl3pPr marL="782269" indent="0">
              <a:buNone/>
              <a:defRPr sz="856"/>
            </a:lvl3pPr>
            <a:lvl4pPr marL="1173404" indent="0">
              <a:buNone/>
              <a:defRPr sz="770"/>
            </a:lvl4pPr>
            <a:lvl5pPr marL="1564538" indent="0">
              <a:buNone/>
              <a:defRPr sz="770"/>
            </a:lvl5pPr>
            <a:lvl6pPr marL="1955673" indent="0">
              <a:buNone/>
              <a:defRPr sz="770"/>
            </a:lvl6pPr>
            <a:lvl7pPr marL="2346808" indent="0">
              <a:buNone/>
              <a:defRPr sz="770"/>
            </a:lvl7pPr>
            <a:lvl8pPr marL="2737942" indent="0">
              <a:buNone/>
              <a:defRPr sz="770"/>
            </a:lvl8pPr>
            <a:lvl9pPr marL="3129077" indent="0">
              <a:buNone/>
              <a:defRPr sz="77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36F6A27C-E2F9-C140-AA96-063441F5E1DC}" type="datetimeFigureOut">
              <a:rPr lang="fr-FR" smtClean="0"/>
              <a:t>08/02/2022</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8CC829F0-9E9D-5843-8AC4-BFFFF05F267C}" type="slidenum">
              <a:rPr lang="fr-FR" smtClean="0"/>
              <a:t>‹N°›</a:t>
            </a:fld>
            <a:endParaRPr lang="fr-FR"/>
          </a:p>
        </p:txBody>
      </p:sp>
    </p:spTree>
    <p:extLst>
      <p:ext uri="{BB962C8B-B14F-4D97-AF65-F5344CB8AC3E}">
        <p14:creationId xmlns:p14="http://schemas.microsoft.com/office/powerpoint/2010/main" val="2674443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344216" y="6934201"/>
            <a:ext cx="4114800" cy="818622"/>
          </a:xfrm>
        </p:spPr>
        <p:txBody>
          <a:bodyPr anchor="b"/>
          <a:lstStyle>
            <a:lvl1pPr algn="l">
              <a:defRPr sz="1711" b="1"/>
            </a:lvl1pPr>
          </a:lstStyle>
          <a:p>
            <a:r>
              <a:rPr lang="fr-FR"/>
              <a:t>Cliquez et modifiez le titre</a:t>
            </a:r>
          </a:p>
        </p:txBody>
      </p:sp>
      <p:sp>
        <p:nvSpPr>
          <p:cNvPr id="3" name="Espace réservé pour une image  2"/>
          <p:cNvSpPr>
            <a:spLocks noGrp="1"/>
          </p:cNvSpPr>
          <p:nvPr>
            <p:ph type="pic" idx="1"/>
          </p:nvPr>
        </p:nvSpPr>
        <p:spPr>
          <a:xfrm>
            <a:off x="1344216" y="885119"/>
            <a:ext cx="4114800" cy="5943600"/>
          </a:xfrm>
        </p:spPr>
        <p:txBody>
          <a:bodyPr/>
          <a:lstStyle>
            <a:lvl1pPr marL="0" indent="0">
              <a:buNone/>
              <a:defRPr sz="2738"/>
            </a:lvl1pPr>
            <a:lvl2pPr marL="391135" indent="0">
              <a:buNone/>
              <a:defRPr sz="2395"/>
            </a:lvl2pPr>
            <a:lvl3pPr marL="782269" indent="0">
              <a:buNone/>
              <a:defRPr sz="2053"/>
            </a:lvl3pPr>
            <a:lvl4pPr marL="1173404" indent="0">
              <a:buNone/>
              <a:defRPr sz="1711"/>
            </a:lvl4pPr>
            <a:lvl5pPr marL="1564538" indent="0">
              <a:buNone/>
              <a:defRPr sz="1711"/>
            </a:lvl5pPr>
            <a:lvl6pPr marL="1955673" indent="0">
              <a:buNone/>
              <a:defRPr sz="1711"/>
            </a:lvl6pPr>
            <a:lvl7pPr marL="2346808" indent="0">
              <a:buNone/>
              <a:defRPr sz="1711"/>
            </a:lvl7pPr>
            <a:lvl8pPr marL="2737942" indent="0">
              <a:buNone/>
              <a:defRPr sz="1711"/>
            </a:lvl8pPr>
            <a:lvl9pPr marL="3129077" indent="0">
              <a:buNone/>
              <a:defRPr sz="1711"/>
            </a:lvl9pPr>
          </a:lstStyle>
          <a:p>
            <a:endParaRPr lang="fr-FR"/>
          </a:p>
        </p:txBody>
      </p:sp>
      <p:sp>
        <p:nvSpPr>
          <p:cNvPr id="4" name="Espace réservé du texte 3"/>
          <p:cNvSpPr>
            <a:spLocks noGrp="1"/>
          </p:cNvSpPr>
          <p:nvPr>
            <p:ph type="body" sz="half" idx="2"/>
          </p:nvPr>
        </p:nvSpPr>
        <p:spPr>
          <a:xfrm>
            <a:off x="1344216" y="7752821"/>
            <a:ext cx="4114800" cy="1162579"/>
          </a:xfrm>
        </p:spPr>
        <p:txBody>
          <a:bodyPr/>
          <a:lstStyle>
            <a:lvl1pPr marL="0" indent="0">
              <a:buNone/>
              <a:defRPr sz="1198"/>
            </a:lvl1pPr>
            <a:lvl2pPr marL="391135" indent="0">
              <a:buNone/>
              <a:defRPr sz="1027"/>
            </a:lvl2pPr>
            <a:lvl3pPr marL="782269" indent="0">
              <a:buNone/>
              <a:defRPr sz="856"/>
            </a:lvl3pPr>
            <a:lvl4pPr marL="1173404" indent="0">
              <a:buNone/>
              <a:defRPr sz="770"/>
            </a:lvl4pPr>
            <a:lvl5pPr marL="1564538" indent="0">
              <a:buNone/>
              <a:defRPr sz="770"/>
            </a:lvl5pPr>
            <a:lvl6pPr marL="1955673" indent="0">
              <a:buNone/>
              <a:defRPr sz="770"/>
            </a:lvl6pPr>
            <a:lvl7pPr marL="2346808" indent="0">
              <a:buNone/>
              <a:defRPr sz="770"/>
            </a:lvl7pPr>
            <a:lvl8pPr marL="2737942" indent="0">
              <a:buNone/>
              <a:defRPr sz="770"/>
            </a:lvl8pPr>
            <a:lvl9pPr marL="3129077" indent="0">
              <a:buNone/>
              <a:defRPr sz="77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36F6A27C-E2F9-C140-AA96-063441F5E1DC}" type="datetimeFigureOut">
              <a:rPr lang="fr-FR" smtClean="0"/>
              <a:t>08/02/2022</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8CC829F0-9E9D-5843-8AC4-BFFFF05F267C}" type="slidenum">
              <a:rPr lang="fr-FR" smtClean="0"/>
              <a:t>‹N°›</a:t>
            </a:fld>
            <a:endParaRPr lang="fr-FR"/>
          </a:p>
        </p:txBody>
      </p:sp>
    </p:spTree>
    <p:extLst>
      <p:ext uri="{BB962C8B-B14F-4D97-AF65-F5344CB8AC3E}">
        <p14:creationId xmlns:p14="http://schemas.microsoft.com/office/powerpoint/2010/main" val="248693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36F6A27C-E2F9-C140-AA96-063441F5E1DC}" type="datetimeFigureOut">
              <a:rPr lang="fr-FR" smtClean="0"/>
              <a:t>08/02/2022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CC829F0-9E9D-5843-8AC4-BFFFF05F267C}" type="slidenum">
              <a:rPr lang="fr-FR" smtClean="0"/>
              <a:t>‹N°›</a:t>
            </a:fld>
            <a:endParaRPr lang="fr-FR"/>
          </a:p>
        </p:txBody>
      </p:sp>
    </p:spTree>
    <p:extLst>
      <p:ext uri="{BB962C8B-B14F-4D97-AF65-F5344CB8AC3E}">
        <p14:creationId xmlns:p14="http://schemas.microsoft.com/office/powerpoint/2010/main" val="20070213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4112419" y="619126"/>
            <a:ext cx="1276350" cy="13173605"/>
          </a:xfrm>
        </p:spPr>
        <p:txBody>
          <a:bodyPr vert="eaVert"/>
          <a:lstStyle/>
          <a:p>
            <a:r>
              <a:rPr lang="fr-FR"/>
              <a:t>Cliquez et modifiez le titre</a:t>
            </a:r>
          </a:p>
        </p:txBody>
      </p:sp>
      <p:sp>
        <p:nvSpPr>
          <p:cNvPr id="3" name="Espace réservé du texte vertical 2"/>
          <p:cNvSpPr>
            <a:spLocks noGrp="1"/>
          </p:cNvSpPr>
          <p:nvPr>
            <p:ph type="body" orient="vert" idx="1"/>
          </p:nvPr>
        </p:nvSpPr>
        <p:spPr>
          <a:xfrm>
            <a:off x="283369" y="619126"/>
            <a:ext cx="3714750" cy="1317360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36F6A27C-E2F9-C140-AA96-063441F5E1DC}" type="datetimeFigureOut">
              <a:rPr lang="fr-FR" smtClean="0"/>
              <a:t>08/02/2022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CC829F0-9E9D-5843-8AC4-BFFFF05F267C}" type="slidenum">
              <a:rPr lang="fr-FR" smtClean="0"/>
              <a:t>‹N°›</a:t>
            </a:fld>
            <a:endParaRPr lang="fr-FR"/>
          </a:p>
        </p:txBody>
      </p:sp>
    </p:spTree>
    <p:extLst>
      <p:ext uri="{BB962C8B-B14F-4D97-AF65-F5344CB8AC3E}">
        <p14:creationId xmlns:p14="http://schemas.microsoft.com/office/powerpoint/2010/main" val="12867504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342901" y="396699"/>
            <a:ext cx="6172200" cy="1651000"/>
          </a:xfrm>
          <a:prstGeom prst="rect">
            <a:avLst/>
          </a:prstGeom>
        </p:spPr>
        <p:txBody>
          <a:bodyPr vert="horz" lIns="91440" tIns="45720" rIns="91440" bIns="45720" rtlCol="0" anchor="ctr">
            <a:normAutofit/>
          </a:bodyPr>
          <a:lstStyle/>
          <a:p>
            <a:r>
              <a:rPr lang="fr-FR"/>
              <a:t>Cliquez et modifiez le titre</a:t>
            </a:r>
          </a:p>
        </p:txBody>
      </p:sp>
      <p:sp>
        <p:nvSpPr>
          <p:cNvPr id="3" name="Espace réservé du texte 2"/>
          <p:cNvSpPr>
            <a:spLocks noGrp="1"/>
          </p:cNvSpPr>
          <p:nvPr>
            <p:ph type="body" idx="1"/>
          </p:nvPr>
        </p:nvSpPr>
        <p:spPr>
          <a:xfrm>
            <a:off x="342901" y="2311402"/>
            <a:ext cx="6172200" cy="6537502"/>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342901" y="9181397"/>
            <a:ext cx="1600200" cy="527402"/>
          </a:xfrm>
          <a:prstGeom prst="rect">
            <a:avLst/>
          </a:prstGeom>
        </p:spPr>
        <p:txBody>
          <a:bodyPr vert="horz" lIns="91440" tIns="45720" rIns="91440" bIns="45720" rtlCol="0" anchor="ctr"/>
          <a:lstStyle>
            <a:lvl1pPr algn="l">
              <a:defRPr sz="1027">
                <a:solidFill>
                  <a:schemeClr val="tx1">
                    <a:tint val="75000"/>
                  </a:schemeClr>
                </a:solidFill>
              </a:defRPr>
            </a:lvl1pPr>
          </a:lstStyle>
          <a:p>
            <a:fld id="{36F6A27C-E2F9-C140-AA96-063441F5E1DC}" type="datetimeFigureOut">
              <a:rPr lang="fr-FR" smtClean="0"/>
              <a:t>08/02/2022</a:t>
            </a:fld>
            <a:endParaRPr lang="fr-FR"/>
          </a:p>
        </p:txBody>
      </p:sp>
      <p:sp>
        <p:nvSpPr>
          <p:cNvPr id="5" name="Espace réservé du pied de page 4"/>
          <p:cNvSpPr>
            <a:spLocks noGrp="1"/>
          </p:cNvSpPr>
          <p:nvPr>
            <p:ph type="ftr" sz="quarter" idx="3"/>
          </p:nvPr>
        </p:nvSpPr>
        <p:spPr>
          <a:xfrm>
            <a:off x="2343151" y="9181397"/>
            <a:ext cx="2171700" cy="527402"/>
          </a:xfrm>
          <a:prstGeom prst="rect">
            <a:avLst/>
          </a:prstGeom>
        </p:spPr>
        <p:txBody>
          <a:bodyPr vert="horz" lIns="91440" tIns="45720" rIns="91440" bIns="45720" rtlCol="0" anchor="ctr"/>
          <a:lstStyle>
            <a:lvl1pPr algn="ctr">
              <a:defRPr sz="1027">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4914901" y="9181397"/>
            <a:ext cx="1600200" cy="527402"/>
          </a:xfrm>
          <a:prstGeom prst="rect">
            <a:avLst/>
          </a:prstGeom>
        </p:spPr>
        <p:txBody>
          <a:bodyPr vert="horz" lIns="91440" tIns="45720" rIns="91440" bIns="45720" rtlCol="0" anchor="ctr"/>
          <a:lstStyle>
            <a:lvl1pPr algn="r">
              <a:defRPr sz="1027">
                <a:solidFill>
                  <a:schemeClr val="tx1">
                    <a:tint val="75000"/>
                  </a:schemeClr>
                </a:solidFill>
              </a:defRPr>
            </a:lvl1pPr>
          </a:lstStyle>
          <a:p>
            <a:fld id="{8CC829F0-9E9D-5843-8AC4-BFFFF05F267C}" type="slidenum">
              <a:rPr lang="fr-FR" smtClean="0"/>
              <a:t>‹N°›</a:t>
            </a:fld>
            <a:endParaRPr lang="fr-FR"/>
          </a:p>
        </p:txBody>
      </p:sp>
    </p:spTree>
    <p:extLst>
      <p:ext uri="{BB962C8B-B14F-4D97-AF65-F5344CB8AC3E}">
        <p14:creationId xmlns:p14="http://schemas.microsoft.com/office/powerpoint/2010/main" val="23754952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91135" rtl="0" eaLnBrk="1" latinLnBrk="0" hangingPunct="1">
        <a:spcBef>
          <a:spcPct val="0"/>
        </a:spcBef>
        <a:buNone/>
        <a:defRPr sz="3764" kern="1200">
          <a:solidFill>
            <a:schemeClr val="tx1"/>
          </a:solidFill>
          <a:latin typeface="+mj-lt"/>
          <a:ea typeface="+mj-ea"/>
          <a:cs typeface="+mj-cs"/>
        </a:defRPr>
      </a:lvl1pPr>
    </p:titleStyle>
    <p:bodyStyle>
      <a:lvl1pPr marL="293351" indent="-293351" algn="l" defTabSz="391135" rtl="0" eaLnBrk="1" latinLnBrk="0" hangingPunct="1">
        <a:spcBef>
          <a:spcPct val="20000"/>
        </a:spcBef>
        <a:buFont typeface="Arial"/>
        <a:buChar char="•"/>
        <a:defRPr sz="2738" kern="1200">
          <a:solidFill>
            <a:schemeClr val="tx1"/>
          </a:solidFill>
          <a:latin typeface="+mn-lt"/>
          <a:ea typeface="+mn-ea"/>
          <a:cs typeface="+mn-cs"/>
        </a:defRPr>
      </a:lvl1pPr>
      <a:lvl2pPr marL="635594" indent="-244459" algn="l" defTabSz="391135" rtl="0" eaLnBrk="1" latinLnBrk="0" hangingPunct="1">
        <a:spcBef>
          <a:spcPct val="20000"/>
        </a:spcBef>
        <a:buFont typeface="Arial"/>
        <a:buChar char="–"/>
        <a:defRPr sz="2395" kern="1200">
          <a:solidFill>
            <a:schemeClr val="tx1"/>
          </a:solidFill>
          <a:latin typeface="+mn-lt"/>
          <a:ea typeface="+mn-ea"/>
          <a:cs typeface="+mn-cs"/>
        </a:defRPr>
      </a:lvl2pPr>
      <a:lvl3pPr marL="977837" indent="-195567" algn="l" defTabSz="391135" rtl="0" eaLnBrk="1" latinLnBrk="0" hangingPunct="1">
        <a:spcBef>
          <a:spcPct val="20000"/>
        </a:spcBef>
        <a:buFont typeface="Arial"/>
        <a:buChar char="•"/>
        <a:defRPr sz="2053" kern="1200">
          <a:solidFill>
            <a:schemeClr val="tx1"/>
          </a:solidFill>
          <a:latin typeface="+mn-lt"/>
          <a:ea typeface="+mn-ea"/>
          <a:cs typeface="+mn-cs"/>
        </a:defRPr>
      </a:lvl3pPr>
      <a:lvl4pPr marL="1368971" indent="-195567" algn="l" defTabSz="391135" rtl="0" eaLnBrk="1" latinLnBrk="0" hangingPunct="1">
        <a:spcBef>
          <a:spcPct val="20000"/>
        </a:spcBef>
        <a:buFont typeface="Arial"/>
        <a:buChar char="–"/>
        <a:defRPr sz="1711" kern="1200">
          <a:solidFill>
            <a:schemeClr val="tx1"/>
          </a:solidFill>
          <a:latin typeface="+mn-lt"/>
          <a:ea typeface="+mn-ea"/>
          <a:cs typeface="+mn-cs"/>
        </a:defRPr>
      </a:lvl4pPr>
      <a:lvl5pPr marL="1760106" indent="-195567" algn="l" defTabSz="391135" rtl="0" eaLnBrk="1" latinLnBrk="0" hangingPunct="1">
        <a:spcBef>
          <a:spcPct val="20000"/>
        </a:spcBef>
        <a:buFont typeface="Arial"/>
        <a:buChar char="»"/>
        <a:defRPr sz="1711" kern="1200">
          <a:solidFill>
            <a:schemeClr val="tx1"/>
          </a:solidFill>
          <a:latin typeface="+mn-lt"/>
          <a:ea typeface="+mn-ea"/>
          <a:cs typeface="+mn-cs"/>
        </a:defRPr>
      </a:lvl5pPr>
      <a:lvl6pPr marL="2151240" indent="-195567" algn="l" defTabSz="391135" rtl="0" eaLnBrk="1" latinLnBrk="0" hangingPunct="1">
        <a:spcBef>
          <a:spcPct val="20000"/>
        </a:spcBef>
        <a:buFont typeface="Arial"/>
        <a:buChar char="•"/>
        <a:defRPr sz="1711" kern="1200">
          <a:solidFill>
            <a:schemeClr val="tx1"/>
          </a:solidFill>
          <a:latin typeface="+mn-lt"/>
          <a:ea typeface="+mn-ea"/>
          <a:cs typeface="+mn-cs"/>
        </a:defRPr>
      </a:lvl6pPr>
      <a:lvl7pPr marL="2542375" indent="-195567" algn="l" defTabSz="391135" rtl="0" eaLnBrk="1" latinLnBrk="0" hangingPunct="1">
        <a:spcBef>
          <a:spcPct val="20000"/>
        </a:spcBef>
        <a:buFont typeface="Arial"/>
        <a:buChar char="•"/>
        <a:defRPr sz="1711" kern="1200">
          <a:solidFill>
            <a:schemeClr val="tx1"/>
          </a:solidFill>
          <a:latin typeface="+mn-lt"/>
          <a:ea typeface="+mn-ea"/>
          <a:cs typeface="+mn-cs"/>
        </a:defRPr>
      </a:lvl7pPr>
      <a:lvl8pPr marL="2933510" indent="-195567" algn="l" defTabSz="391135" rtl="0" eaLnBrk="1" latinLnBrk="0" hangingPunct="1">
        <a:spcBef>
          <a:spcPct val="20000"/>
        </a:spcBef>
        <a:buFont typeface="Arial"/>
        <a:buChar char="•"/>
        <a:defRPr sz="1711" kern="1200">
          <a:solidFill>
            <a:schemeClr val="tx1"/>
          </a:solidFill>
          <a:latin typeface="+mn-lt"/>
          <a:ea typeface="+mn-ea"/>
          <a:cs typeface="+mn-cs"/>
        </a:defRPr>
      </a:lvl8pPr>
      <a:lvl9pPr marL="3324644" indent="-195567" algn="l" defTabSz="391135" rtl="0" eaLnBrk="1" latinLnBrk="0" hangingPunct="1">
        <a:spcBef>
          <a:spcPct val="20000"/>
        </a:spcBef>
        <a:buFont typeface="Arial"/>
        <a:buChar char="•"/>
        <a:defRPr sz="1711" kern="1200">
          <a:solidFill>
            <a:schemeClr val="tx1"/>
          </a:solidFill>
          <a:latin typeface="+mn-lt"/>
          <a:ea typeface="+mn-ea"/>
          <a:cs typeface="+mn-cs"/>
        </a:defRPr>
      </a:lvl9pPr>
    </p:bodyStyle>
    <p:otherStyle>
      <a:defPPr>
        <a:defRPr lang="fr-FR"/>
      </a:defPPr>
      <a:lvl1pPr marL="0" algn="l" defTabSz="391135" rtl="0" eaLnBrk="1" latinLnBrk="0" hangingPunct="1">
        <a:defRPr sz="1540" kern="1200">
          <a:solidFill>
            <a:schemeClr val="tx1"/>
          </a:solidFill>
          <a:latin typeface="+mn-lt"/>
          <a:ea typeface="+mn-ea"/>
          <a:cs typeface="+mn-cs"/>
        </a:defRPr>
      </a:lvl1pPr>
      <a:lvl2pPr marL="391135" algn="l" defTabSz="391135" rtl="0" eaLnBrk="1" latinLnBrk="0" hangingPunct="1">
        <a:defRPr sz="1540" kern="1200">
          <a:solidFill>
            <a:schemeClr val="tx1"/>
          </a:solidFill>
          <a:latin typeface="+mn-lt"/>
          <a:ea typeface="+mn-ea"/>
          <a:cs typeface="+mn-cs"/>
        </a:defRPr>
      </a:lvl2pPr>
      <a:lvl3pPr marL="782269" algn="l" defTabSz="391135" rtl="0" eaLnBrk="1" latinLnBrk="0" hangingPunct="1">
        <a:defRPr sz="1540" kern="1200">
          <a:solidFill>
            <a:schemeClr val="tx1"/>
          </a:solidFill>
          <a:latin typeface="+mn-lt"/>
          <a:ea typeface="+mn-ea"/>
          <a:cs typeface="+mn-cs"/>
        </a:defRPr>
      </a:lvl3pPr>
      <a:lvl4pPr marL="1173404" algn="l" defTabSz="391135" rtl="0" eaLnBrk="1" latinLnBrk="0" hangingPunct="1">
        <a:defRPr sz="1540" kern="1200">
          <a:solidFill>
            <a:schemeClr val="tx1"/>
          </a:solidFill>
          <a:latin typeface="+mn-lt"/>
          <a:ea typeface="+mn-ea"/>
          <a:cs typeface="+mn-cs"/>
        </a:defRPr>
      </a:lvl4pPr>
      <a:lvl5pPr marL="1564538" algn="l" defTabSz="391135" rtl="0" eaLnBrk="1" latinLnBrk="0" hangingPunct="1">
        <a:defRPr sz="1540" kern="1200">
          <a:solidFill>
            <a:schemeClr val="tx1"/>
          </a:solidFill>
          <a:latin typeface="+mn-lt"/>
          <a:ea typeface="+mn-ea"/>
          <a:cs typeface="+mn-cs"/>
        </a:defRPr>
      </a:lvl5pPr>
      <a:lvl6pPr marL="1955673" algn="l" defTabSz="391135" rtl="0" eaLnBrk="1" latinLnBrk="0" hangingPunct="1">
        <a:defRPr sz="1540" kern="1200">
          <a:solidFill>
            <a:schemeClr val="tx1"/>
          </a:solidFill>
          <a:latin typeface="+mn-lt"/>
          <a:ea typeface="+mn-ea"/>
          <a:cs typeface="+mn-cs"/>
        </a:defRPr>
      </a:lvl6pPr>
      <a:lvl7pPr marL="2346808" algn="l" defTabSz="391135" rtl="0" eaLnBrk="1" latinLnBrk="0" hangingPunct="1">
        <a:defRPr sz="1540" kern="1200">
          <a:solidFill>
            <a:schemeClr val="tx1"/>
          </a:solidFill>
          <a:latin typeface="+mn-lt"/>
          <a:ea typeface="+mn-ea"/>
          <a:cs typeface="+mn-cs"/>
        </a:defRPr>
      </a:lvl7pPr>
      <a:lvl8pPr marL="2737942" algn="l" defTabSz="391135" rtl="0" eaLnBrk="1" latinLnBrk="0" hangingPunct="1">
        <a:defRPr sz="1540" kern="1200">
          <a:solidFill>
            <a:schemeClr val="tx1"/>
          </a:solidFill>
          <a:latin typeface="+mn-lt"/>
          <a:ea typeface="+mn-ea"/>
          <a:cs typeface="+mn-cs"/>
        </a:defRPr>
      </a:lvl8pPr>
      <a:lvl9pPr marL="3129077" algn="l" defTabSz="391135" rtl="0" eaLnBrk="1" latinLnBrk="0" hangingPunct="1">
        <a:defRPr sz="15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EA4BCF03-CC81-43C1-99CF-9E73A3EF5A4D}"/>
              </a:ext>
            </a:extLst>
          </p:cNvPr>
          <p:cNvSpPr/>
          <p:nvPr/>
        </p:nvSpPr>
        <p:spPr>
          <a:xfrm>
            <a:off x="150514" y="-12696"/>
            <a:ext cx="2155864" cy="9906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82918" tIns="41459" rIns="82918" bIns="41459" numCol="1" spcCol="0" rtlCol="0" fromWordArt="0" anchor="ctr" anchorCtr="0" forceAA="0" compatLnSpc="1">
            <a:prstTxWarp prst="textNoShape">
              <a:avLst/>
            </a:prstTxWarp>
            <a:noAutofit/>
          </a:bodyPr>
          <a:lstStyle/>
          <a:p>
            <a:endParaRPr lang="fr-FR" sz="1600" dirty="0"/>
          </a:p>
        </p:txBody>
      </p:sp>
      <p:sp>
        <p:nvSpPr>
          <p:cNvPr id="10" name="Isosceles Triangle 9">
            <a:extLst>
              <a:ext uri="{FF2B5EF4-FFF2-40B4-BE49-F238E27FC236}">
                <a16:creationId xmlns:a16="http://schemas.microsoft.com/office/drawing/2014/main" id="{A89D9051-5686-442A-8E4B-99C794907080}"/>
              </a:ext>
            </a:extLst>
          </p:cNvPr>
          <p:cNvSpPr/>
          <p:nvPr/>
        </p:nvSpPr>
        <p:spPr>
          <a:xfrm rot="18058737">
            <a:off x="67914" y="1798651"/>
            <a:ext cx="165201" cy="303714"/>
          </a:xfrm>
          <a:custGeom>
            <a:avLst/>
            <a:gdLst>
              <a:gd name="connsiteX0" fmla="*/ 0 w 225062"/>
              <a:gd name="connsiteY0" fmla="*/ 184785 h 184785"/>
              <a:gd name="connsiteX1" fmla="*/ 112531 w 225062"/>
              <a:gd name="connsiteY1" fmla="*/ 0 h 184785"/>
              <a:gd name="connsiteX2" fmla="*/ 225062 w 225062"/>
              <a:gd name="connsiteY2" fmla="*/ 184785 h 184785"/>
              <a:gd name="connsiteX3" fmla="*/ 0 w 225062"/>
              <a:gd name="connsiteY3" fmla="*/ 184785 h 184785"/>
              <a:gd name="connsiteX0" fmla="*/ 0 w 143524"/>
              <a:gd name="connsiteY0" fmla="*/ 298224 h 298224"/>
              <a:gd name="connsiteX1" fmla="*/ 30993 w 143524"/>
              <a:gd name="connsiteY1" fmla="*/ 0 h 298224"/>
              <a:gd name="connsiteX2" fmla="*/ 143524 w 143524"/>
              <a:gd name="connsiteY2" fmla="*/ 184785 h 298224"/>
              <a:gd name="connsiteX3" fmla="*/ 0 w 143524"/>
              <a:gd name="connsiteY3" fmla="*/ 298224 h 298224"/>
              <a:gd name="connsiteX0" fmla="*/ 0 w 155084"/>
              <a:gd name="connsiteY0" fmla="*/ 298224 h 298224"/>
              <a:gd name="connsiteX1" fmla="*/ 30993 w 155084"/>
              <a:gd name="connsiteY1" fmla="*/ 0 h 298224"/>
              <a:gd name="connsiteX2" fmla="*/ 155084 w 155084"/>
              <a:gd name="connsiteY2" fmla="*/ 203507 h 298224"/>
              <a:gd name="connsiteX3" fmla="*/ 0 w 155084"/>
              <a:gd name="connsiteY3" fmla="*/ 298224 h 298224"/>
              <a:gd name="connsiteX0" fmla="*/ 0 w 156369"/>
              <a:gd name="connsiteY0" fmla="*/ 298224 h 298224"/>
              <a:gd name="connsiteX1" fmla="*/ 30993 w 156369"/>
              <a:gd name="connsiteY1" fmla="*/ 0 h 298224"/>
              <a:gd name="connsiteX2" fmla="*/ 156369 w 156369"/>
              <a:gd name="connsiteY2" fmla="*/ 205587 h 298224"/>
              <a:gd name="connsiteX3" fmla="*/ 0 w 156369"/>
              <a:gd name="connsiteY3" fmla="*/ 298224 h 298224"/>
              <a:gd name="connsiteX0" fmla="*/ 0 w 155085"/>
              <a:gd name="connsiteY0" fmla="*/ 300304 h 300304"/>
              <a:gd name="connsiteX1" fmla="*/ 29709 w 155085"/>
              <a:gd name="connsiteY1" fmla="*/ 0 h 300304"/>
              <a:gd name="connsiteX2" fmla="*/ 155085 w 155085"/>
              <a:gd name="connsiteY2" fmla="*/ 205587 h 300304"/>
              <a:gd name="connsiteX3" fmla="*/ 0 w 155085"/>
              <a:gd name="connsiteY3" fmla="*/ 300304 h 300304"/>
              <a:gd name="connsiteX0" fmla="*/ 0 w 158580"/>
              <a:gd name="connsiteY0" fmla="*/ 255020 h 255020"/>
              <a:gd name="connsiteX1" fmla="*/ 33204 w 158580"/>
              <a:gd name="connsiteY1" fmla="*/ 0 h 255020"/>
              <a:gd name="connsiteX2" fmla="*/ 158580 w 158580"/>
              <a:gd name="connsiteY2" fmla="*/ 205587 h 255020"/>
              <a:gd name="connsiteX3" fmla="*/ 0 w 158580"/>
              <a:gd name="connsiteY3" fmla="*/ 255020 h 255020"/>
              <a:gd name="connsiteX0" fmla="*/ 0 w 138715"/>
              <a:gd name="connsiteY0" fmla="*/ 255020 h 255020"/>
              <a:gd name="connsiteX1" fmla="*/ 33204 w 138715"/>
              <a:gd name="connsiteY1" fmla="*/ 0 h 255020"/>
              <a:gd name="connsiteX2" fmla="*/ 138715 w 138715"/>
              <a:gd name="connsiteY2" fmla="*/ 172499 h 255020"/>
              <a:gd name="connsiteX3" fmla="*/ 0 w 138715"/>
              <a:gd name="connsiteY3" fmla="*/ 255020 h 255020"/>
            </a:gdLst>
            <a:ahLst/>
            <a:cxnLst>
              <a:cxn ang="0">
                <a:pos x="connsiteX0" y="connsiteY0"/>
              </a:cxn>
              <a:cxn ang="0">
                <a:pos x="connsiteX1" y="connsiteY1"/>
              </a:cxn>
              <a:cxn ang="0">
                <a:pos x="connsiteX2" y="connsiteY2"/>
              </a:cxn>
              <a:cxn ang="0">
                <a:pos x="connsiteX3" y="connsiteY3"/>
              </a:cxn>
            </a:cxnLst>
            <a:rect l="l" t="t" r="r" b="b"/>
            <a:pathLst>
              <a:path w="138715" h="255020">
                <a:moveTo>
                  <a:pt x="0" y="255020"/>
                </a:moveTo>
                <a:lnTo>
                  <a:pt x="33204" y="0"/>
                </a:lnTo>
                <a:lnTo>
                  <a:pt x="138715" y="172499"/>
                </a:lnTo>
                <a:lnTo>
                  <a:pt x="0" y="255020"/>
                </a:lnTo>
                <a:close/>
              </a:path>
            </a:pathLst>
          </a:custGeom>
          <a:solidFill>
            <a:srgbClr val="2A46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MA" sz="1600"/>
          </a:p>
        </p:txBody>
      </p:sp>
      <p:sp>
        <p:nvSpPr>
          <p:cNvPr id="15" name="Rectangle 14">
            <a:extLst>
              <a:ext uri="{FF2B5EF4-FFF2-40B4-BE49-F238E27FC236}">
                <a16:creationId xmlns:a16="http://schemas.microsoft.com/office/drawing/2014/main" id="{B7EC5CFC-8581-44E9-9727-53E97EEC0170}"/>
              </a:ext>
            </a:extLst>
          </p:cNvPr>
          <p:cNvSpPr/>
          <p:nvPr/>
        </p:nvSpPr>
        <p:spPr>
          <a:xfrm>
            <a:off x="0" y="96686"/>
            <a:ext cx="6858000" cy="1811950"/>
          </a:xfrm>
          <a:prstGeom prst="rect">
            <a:avLst/>
          </a:prstGeom>
          <a:solidFill>
            <a:srgbClr val="03C5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82918" tIns="41459" rIns="82918" bIns="41459" numCol="1" spcCol="0" rtlCol="0" fromWordArt="0" anchor="ctr" anchorCtr="0" forceAA="0" compatLnSpc="1">
            <a:prstTxWarp prst="textNoShape">
              <a:avLst/>
            </a:prstTxWarp>
            <a:noAutofit/>
          </a:bodyPr>
          <a:lstStyle/>
          <a:p>
            <a:endParaRPr lang="fr-FR" sz="1600" dirty="0">
              <a:solidFill>
                <a:srgbClr val="002060"/>
              </a:solidFill>
              <a:highlight>
                <a:srgbClr val="00FFFF"/>
              </a:highlight>
            </a:endParaRPr>
          </a:p>
        </p:txBody>
      </p:sp>
      <p:sp>
        <p:nvSpPr>
          <p:cNvPr id="24" name="Rectangle 23">
            <a:extLst>
              <a:ext uri="{FF2B5EF4-FFF2-40B4-BE49-F238E27FC236}">
                <a16:creationId xmlns:a16="http://schemas.microsoft.com/office/drawing/2014/main" id="{06D28021-8A6E-44BB-87D5-2AFC45EFC597}"/>
              </a:ext>
            </a:extLst>
          </p:cNvPr>
          <p:cNvSpPr/>
          <p:nvPr/>
        </p:nvSpPr>
        <p:spPr>
          <a:xfrm>
            <a:off x="284315" y="314954"/>
            <a:ext cx="4281370" cy="6556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82918" tIns="41459" rIns="82918" bIns="41459" numCol="1" spcCol="0" rtlCol="0" fromWordArt="0" anchor="ctr" anchorCtr="0" forceAA="0" compatLnSpc="1">
            <a:prstTxWarp prst="textNoShape">
              <a:avLst/>
            </a:prstTxWarp>
            <a:noAutofit/>
          </a:bodyPr>
          <a:lstStyle/>
          <a:p>
            <a:pPr>
              <a:lnSpc>
                <a:spcPct val="80000"/>
              </a:lnSpc>
            </a:pPr>
            <a:r>
              <a:rPr lang="fr-FR" sz="4000" b="1" dirty="0">
                <a:solidFill>
                  <a:schemeClr val="bg1"/>
                </a:solidFill>
                <a:effectLst>
                  <a:outerShdw blurRad="50800" dist="38100" dir="2700000" algn="tl">
                    <a:srgbClr val="000000">
                      <a:alpha val="40000"/>
                    </a:srgbClr>
                  </a:outerShdw>
                </a:effectLst>
                <a:ea typeface="Open Sans" panose="020B0606030504020204" pitchFamily="34" charset="0"/>
                <a:cs typeface="Open Sans" panose="020B0606030504020204" pitchFamily="34" charset="0"/>
              </a:rPr>
              <a:t>Martin Schäfer</a:t>
            </a:r>
          </a:p>
        </p:txBody>
      </p:sp>
      <p:sp>
        <p:nvSpPr>
          <p:cNvPr id="25" name="Rectangle 24">
            <a:extLst>
              <a:ext uri="{FF2B5EF4-FFF2-40B4-BE49-F238E27FC236}">
                <a16:creationId xmlns:a16="http://schemas.microsoft.com/office/drawing/2014/main" id="{DE524C88-7264-4DB8-A150-1FCBE406839D}"/>
              </a:ext>
            </a:extLst>
          </p:cNvPr>
          <p:cNvSpPr/>
          <p:nvPr/>
        </p:nvSpPr>
        <p:spPr>
          <a:xfrm>
            <a:off x="340752" y="813275"/>
            <a:ext cx="2155865" cy="207676"/>
          </a:xfrm>
          <a:prstGeom prst="rect">
            <a:avLst/>
          </a:prstGeom>
          <a:solidFill>
            <a:schemeClr val="bg1">
              <a:lumMod val="75000"/>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82918" tIns="41459" rIns="82918" bIns="41459" numCol="1" spcCol="0" rtlCol="0" fromWordArt="0" anchor="ctr" anchorCtr="0" forceAA="0" compatLnSpc="1">
            <a:prstTxWarp prst="textNoShape">
              <a:avLst/>
            </a:prstTxWarp>
            <a:noAutofit/>
          </a:bodyPr>
          <a:lstStyle/>
          <a:p>
            <a:pPr>
              <a:lnSpc>
                <a:spcPct val="107000"/>
              </a:lnSpc>
              <a:spcAft>
                <a:spcPts val="725"/>
              </a:spcAft>
            </a:pPr>
            <a:r>
              <a:rPr lang="fr-FR" sz="1100" b="1" dirty="0">
                <a:solidFill>
                  <a:srgbClr val="FFFFFF"/>
                </a:solidFill>
                <a:ea typeface="Times New Roman" panose="02020603050405020304" pitchFamily="18" charset="0"/>
                <a:cs typeface="Arial" panose="020B0604020202020204" pitchFamily="34" charset="0"/>
              </a:rPr>
              <a:t>POSITION TITLE</a:t>
            </a:r>
          </a:p>
        </p:txBody>
      </p:sp>
      <p:sp>
        <p:nvSpPr>
          <p:cNvPr id="27" name="Rectangle 26">
            <a:extLst>
              <a:ext uri="{FF2B5EF4-FFF2-40B4-BE49-F238E27FC236}">
                <a16:creationId xmlns:a16="http://schemas.microsoft.com/office/drawing/2014/main" id="{C5F3200C-3E76-4CA6-8891-F477B3FD3CFB}"/>
              </a:ext>
            </a:extLst>
          </p:cNvPr>
          <p:cNvSpPr/>
          <p:nvPr/>
        </p:nvSpPr>
        <p:spPr>
          <a:xfrm>
            <a:off x="273497" y="1997589"/>
            <a:ext cx="2032881" cy="18425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82918" tIns="41459" rIns="82918" bIns="41459" numCol="1" spcCol="0" rtlCol="0" fromWordArt="0" anchor="ctr" anchorCtr="0" forceAA="0" compatLnSpc="1">
            <a:prstTxWarp prst="textNoShape">
              <a:avLst/>
            </a:prstTxWarp>
            <a:spAutoFit/>
          </a:bodyPr>
          <a:lstStyle/>
          <a:p>
            <a:pPr defTabSz="162669">
              <a:lnSpc>
                <a:spcPct val="107000"/>
              </a:lnSpc>
              <a:spcAft>
                <a:spcPts val="544"/>
              </a:spcAft>
              <a:buFont typeface="Arial" panose="020B0604020202020204" pitchFamily="34" charset="0"/>
              <a:buChar char="•"/>
            </a:pPr>
            <a:r>
              <a:rPr lang="en-US" sz="1000" dirty="0">
                <a:solidFill>
                  <a:srgbClr val="FFFFFF"/>
                </a:solidFill>
                <a:ea typeface="Open Sans" panose="020B0606030504020204" pitchFamily="34" charset="0"/>
                <a:cs typeface="Open Sans" panose="020B0606030504020204" pitchFamily="34" charset="0"/>
              </a:rPr>
              <a:t>07-88-13-00-08</a:t>
            </a:r>
          </a:p>
          <a:p>
            <a:pPr defTabSz="162669">
              <a:lnSpc>
                <a:spcPct val="107000"/>
              </a:lnSpc>
              <a:spcAft>
                <a:spcPts val="544"/>
              </a:spcAft>
              <a:buFont typeface="Arial" panose="020B0604020202020204" pitchFamily="34" charset="0"/>
              <a:buChar char="•"/>
            </a:pPr>
            <a:r>
              <a:rPr lang="en-US" sz="1000" dirty="0">
                <a:solidFill>
                  <a:srgbClr val="FFFFFF"/>
                </a:solidFill>
                <a:ea typeface="Open Sans" panose="020B0606030504020204" pitchFamily="34" charset="0"/>
                <a:cs typeface="Open Sans" panose="020B0606030504020204" pitchFamily="34" charset="0"/>
              </a:rPr>
              <a:t>schafermartin711@gmail.com</a:t>
            </a:r>
          </a:p>
          <a:p>
            <a:pPr defTabSz="162669">
              <a:lnSpc>
                <a:spcPct val="107000"/>
              </a:lnSpc>
              <a:spcAft>
                <a:spcPts val="544"/>
              </a:spcAft>
              <a:buFont typeface="Arial" panose="020B0604020202020204" pitchFamily="34" charset="0"/>
              <a:buChar char="•"/>
            </a:pPr>
            <a:r>
              <a:rPr lang="en-US" sz="1000" dirty="0">
                <a:solidFill>
                  <a:srgbClr val="FFFFFF"/>
                </a:solidFill>
                <a:ea typeface="Open Sans" panose="020B0606030504020204" pitchFamily="34" charset="0"/>
                <a:cs typeface="Open Sans" panose="020B0606030504020204" pitchFamily="34" charset="0"/>
              </a:rPr>
              <a:t>B Permit</a:t>
            </a:r>
          </a:p>
          <a:p>
            <a:pPr defTabSz="162669">
              <a:lnSpc>
                <a:spcPct val="107000"/>
              </a:lnSpc>
              <a:spcAft>
                <a:spcPts val="544"/>
              </a:spcAft>
              <a:buFont typeface="Arial" panose="020B0604020202020204" pitchFamily="34" charset="0"/>
              <a:buChar char="•"/>
            </a:pPr>
            <a:r>
              <a:rPr lang="en-US" sz="1000" dirty="0" err="1">
                <a:solidFill>
                  <a:srgbClr val="FFFFFF"/>
                </a:solidFill>
                <a:ea typeface="Open Sans" panose="020B0606030504020204" pitchFamily="34" charset="0"/>
                <a:cs typeface="Open Sans" panose="020B0606030504020204" pitchFamily="34" charset="0"/>
              </a:rPr>
              <a:t>Adress</a:t>
            </a:r>
            <a:r>
              <a:rPr lang="en-US" sz="1000" dirty="0">
                <a:solidFill>
                  <a:srgbClr val="FFFFFF"/>
                </a:solidFill>
                <a:ea typeface="Open Sans" panose="020B0606030504020204" pitchFamily="34" charset="0"/>
                <a:cs typeface="Open Sans" panose="020B0606030504020204" pitchFamily="34" charset="0"/>
              </a:rPr>
              <a:t>:</a:t>
            </a:r>
          </a:p>
          <a:p>
            <a:pPr defTabSz="162669">
              <a:lnSpc>
                <a:spcPct val="107000"/>
              </a:lnSpc>
              <a:spcAft>
                <a:spcPts val="544"/>
              </a:spcAft>
            </a:pPr>
            <a:r>
              <a:rPr lang="en-US" sz="1000" dirty="0">
                <a:solidFill>
                  <a:srgbClr val="FFFFFF"/>
                </a:solidFill>
                <a:ea typeface="Open Sans" panose="020B0606030504020204" pitchFamily="34" charset="0"/>
                <a:cs typeface="Open Sans" panose="020B0606030504020204" pitchFamily="34" charset="0"/>
              </a:rPr>
              <a:t>	11 rue des Acacias</a:t>
            </a:r>
          </a:p>
          <a:p>
            <a:pPr defTabSz="162669">
              <a:lnSpc>
                <a:spcPct val="107000"/>
              </a:lnSpc>
              <a:spcAft>
                <a:spcPts val="544"/>
              </a:spcAft>
            </a:pPr>
            <a:r>
              <a:rPr lang="en-US" sz="1000" dirty="0">
                <a:solidFill>
                  <a:srgbClr val="FFFFFF"/>
                </a:solidFill>
                <a:ea typeface="Open Sans" panose="020B0606030504020204" pitchFamily="34" charset="0"/>
                <a:cs typeface="Open Sans" panose="020B0606030504020204" pitchFamily="34" charset="0"/>
              </a:rPr>
              <a:t>	</a:t>
            </a:r>
            <a:r>
              <a:rPr lang="en-US" sz="1000" dirty="0" err="1">
                <a:solidFill>
                  <a:srgbClr val="FFFFFF"/>
                </a:solidFill>
                <a:ea typeface="Open Sans" panose="020B0606030504020204" pitchFamily="34" charset="0"/>
                <a:cs typeface="Open Sans" panose="020B0606030504020204" pitchFamily="34" charset="0"/>
              </a:rPr>
              <a:t>Schweighouse</a:t>
            </a:r>
            <a:r>
              <a:rPr lang="en-US" sz="1000" dirty="0">
                <a:solidFill>
                  <a:srgbClr val="FFFFFF"/>
                </a:solidFill>
                <a:ea typeface="Open Sans" panose="020B0606030504020204" pitchFamily="34" charset="0"/>
                <a:cs typeface="Open Sans" panose="020B0606030504020204" pitchFamily="34" charset="0"/>
              </a:rPr>
              <a:t> 67580</a:t>
            </a:r>
          </a:p>
          <a:p>
            <a:pPr defTabSz="162669">
              <a:lnSpc>
                <a:spcPct val="107000"/>
              </a:lnSpc>
              <a:spcAft>
                <a:spcPts val="544"/>
              </a:spcAft>
            </a:pPr>
            <a:r>
              <a:rPr lang="en-US" sz="1000" dirty="0">
                <a:solidFill>
                  <a:srgbClr val="FFFFFF"/>
                </a:solidFill>
                <a:ea typeface="Open Sans" panose="020B0606030504020204" pitchFamily="34" charset="0"/>
                <a:cs typeface="Open Sans" panose="020B0606030504020204" pitchFamily="34" charset="0"/>
              </a:rPr>
              <a:t>	France</a:t>
            </a:r>
          </a:p>
          <a:p>
            <a:pPr defTabSz="162669">
              <a:lnSpc>
                <a:spcPct val="107000"/>
              </a:lnSpc>
            </a:pPr>
            <a:endParaRPr lang="en-US" sz="1000" dirty="0">
              <a:solidFill>
                <a:srgbClr val="FFFFFF"/>
              </a:solidFill>
              <a:ea typeface="Open Sans" panose="020B0606030504020204" pitchFamily="34" charset="0"/>
              <a:cs typeface="Open Sans" panose="020B0606030504020204" pitchFamily="34" charset="0"/>
            </a:endParaRPr>
          </a:p>
        </p:txBody>
      </p:sp>
      <p:sp>
        <p:nvSpPr>
          <p:cNvPr id="28" name="Subtitle 2">
            <a:extLst>
              <a:ext uri="{FF2B5EF4-FFF2-40B4-BE49-F238E27FC236}">
                <a16:creationId xmlns:a16="http://schemas.microsoft.com/office/drawing/2014/main" id="{E6FDC641-CE93-4695-9A26-7643733235CC}"/>
              </a:ext>
            </a:extLst>
          </p:cNvPr>
          <p:cNvSpPr/>
          <p:nvPr/>
        </p:nvSpPr>
        <p:spPr>
          <a:xfrm>
            <a:off x="2395056" y="5546544"/>
            <a:ext cx="4242632" cy="2621759"/>
          </a:xfrm>
          <a:prstGeom prst="rect">
            <a:avLst/>
          </a:prstGeom>
          <a:noFill/>
          <a:ln cap="flat">
            <a:noFill/>
            <a:prstDash val="solid"/>
          </a:ln>
        </p:spPr>
        <p:txBody>
          <a:bodyPr vert="horz" wrap="square" lIns="82918" tIns="41459" rIns="82918" bIns="41459" anchor="t" anchorCtr="0" compatLnSpc="0">
            <a:noAutofit/>
          </a:bodyPr>
          <a:lstStyle/>
          <a:p>
            <a:pPr fontAlgn="base">
              <a:lnSpc>
                <a:spcPct val="107000"/>
              </a:lnSpc>
              <a:tabLst>
                <a:tab pos="164108" algn="l"/>
              </a:tabLst>
            </a:pPr>
            <a:r>
              <a:rPr lang="en-US" sz="1100" b="1" dirty="0">
                <a:solidFill>
                  <a:srgbClr val="00B050"/>
                </a:solidFill>
                <a:ea typeface="Open Sans" panose="020B0606030504020204" pitchFamily="34" charset="0"/>
                <a:cs typeface="Open Sans" panose="020B0606030504020204" pitchFamily="34" charset="0"/>
              </a:rPr>
              <a:t>CESI ENGINEERING SCHOOL</a:t>
            </a:r>
            <a:r>
              <a:rPr lang="en-US" sz="1100" b="1" dirty="0">
                <a:solidFill>
                  <a:srgbClr val="09182D"/>
                </a:solidFill>
                <a:ea typeface="Open Sans" panose="020B0606030504020204" pitchFamily="34" charset="0"/>
                <a:cs typeface="Open Sans" panose="020B0606030504020204" pitchFamily="34" charset="0"/>
              </a:rPr>
              <a:t>| </a:t>
            </a:r>
            <a:r>
              <a:rPr lang="en-US" sz="1100" dirty="0">
                <a:ea typeface="Open Sans" panose="020B0606030504020204" pitchFamily="34" charset="0"/>
                <a:cs typeface="Open Sans" panose="020B0606030504020204" pitchFamily="34" charset="0"/>
              </a:rPr>
              <a:t>Since Oct 2021</a:t>
            </a:r>
            <a:endParaRPr lang="en-US" sz="1100" b="1" dirty="0">
              <a:solidFill>
                <a:srgbClr val="09182D"/>
              </a:solidFill>
              <a:ea typeface="Open Sans" panose="020B0606030504020204" pitchFamily="34" charset="0"/>
              <a:cs typeface="Open Sans" panose="020B0606030504020204" pitchFamily="34" charset="0"/>
            </a:endParaRPr>
          </a:p>
          <a:p>
            <a:r>
              <a:rPr lang="en-US" sz="1100" dirty="0">
                <a:solidFill>
                  <a:srgbClr val="3B6378"/>
                </a:solidFill>
                <a:ea typeface="Open Sans" panose="020B0606030504020204" pitchFamily="34" charset="0"/>
                <a:cs typeface="Open Sans" panose="020B0606030504020204" pitchFamily="34" charset="0"/>
              </a:rPr>
              <a:t>MASTERS DEGREE IN APPRENTICESHIP</a:t>
            </a:r>
          </a:p>
          <a:p>
            <a:pPr marL="164108"/>
            <a:r>
              <a:rPr lang="en-US" sz="1000" dirty="0">
                <a:ea typeface="Open Sans" panose="020B0606030504020204" pitchFamily="34" charset="0"/>
                <a:cs typeface="Open Sans" panose="020B0606030504020204" pitchFamily="34" charset="0"/>
              </a:rPr>
              <a:t>I am currently in the engineering cycle of my training which I do on a work-study basis.</a:t>
            </a:r>
            <a:endParaRPr lang="en-US" sz="1100" b="1" dirty="0">
              <a:ea typeface="Open Sans" panose="020B0606030504020204" pitchFamily="34" charset="0"/>
              <a:cs typeface="Open Sans" panose="020B0606030504020204" pitchFamily="34" charset="0"/>
            </a:endParaRPr>
          </a:p>
          <a:p>
            <a:pPr fontAlgn="base">
              <a:lnSpc>
                <a:spcPct val="107000"/>
              </a:lnSpc>
            </a:pPr>
            <a:r>
              <a:rPr lang="en-US" sz="1100" b="1" dirty="0">
                <a:solidFill>
                  <a:srgbClr val="00B050"/>
                </a:solidFill>
                <a:ea typeface="Open Sans" panose="020B0606030504020204" pitchFamily="34" charset="0"/>
                <a:cs typeface="Open Sans" panose="020B0606030504020204" pitchFamily="34" charset="0"/>
              </a:rPr>
              <a:t>CESI ENGINEERING SCHOOL </a:t>
            </a:r>
            <a:r>
              <a:rPr lang="en-US" sz="1400" dirty="0">
                <a:ea typeface="Open Sans" panose="020B0606030504020204" pitchFamily="34" charset="0"/>
                <a:cs typeface="Open Sans" panose="020B0606030504020204" pitchFamily="34" charset="0"/>
              </a:rPr>
              <a:t>| </a:t>
            </a:r>
            <a:r>
              <a:rPr lang="en-US" sz="1100" dirty="0">
                <a:ea typeface="Open Sans" panose="020B0606030504020204" pitchFamily="34" charset="0"/>
                <a:cs typeface="Open Sans" panose="020B0606030504020204" pitchFamily="34" charset="0"/>
              </a:rPr>
              <a:t>Sept 2019 To </a:t>
            </a:r>
            <a:r>
              <a:rPr lang="en-US" sz="1100" dirty="0" err="1">
                <a:ea typeface="Open Sans" panose="020B0606030504020204" pitchFamily="34" charset="0"/>
                <a:cs typeface="Open Sans" panose="020B0606030504020204" pitchFamily="34" charset="0"/>
              </a:rPr>
              <a:t>Jui</a:t>
            </a:r>
            <a:r>
              <a:rPr lang="en-US" sz="1100" dirty="0">
                <a:ea typeface="Open Sans" panose="020B0606030504020204" pitchFamily="34" charset="0"/>
                <a:cs typeface="Open Sans" panose="020B0606030504020204" pitchFamily="34" charset="0"/>
              </a:rPr>
              <a:t> 2021</a:t>
            </a:r>
          </a:p>
          <a:p>
            <a:r>
              <a:rPr lang="en-US" sz="1100" dirty="0">
                <a:solidFill>
                  <a:srgbClr val="3B6378"/>
                </a:solidFill>
                <a:ea typeface="Open Sans" panose="020B0606030504020204" pitchFamily="34" charset="0"/>
                <a:cs typeface="Open Sans" panose="020B0606030504020204" pitchFamily="34" charset="0"/>
              </a:rPr>
              <a:t>BACHELOR</a:t>
            </a:r>
          </a:p>
          <a:p>
            <a:pPr marL="164108"/>
            <a:r>
              <a:rPr lang="en-US" sz="1000" dirty="0">
                <a:ea typeface="Open Sans" panose="020B0606030504020204" pitchFamily="34" charset="0"/>
                <a:cs typeface="Open Sans" panose="020B0606030504020204" pitchFamily="34" charset="0"/>
              </a:rPr>
              <a:t>I did two years of preparatory class in the </a:t>
            </a:r>
            <a:r>
              <a:rPr lang="en-US" sz="1000" dirty="0" err="1">
                <a:ea typeface="Open Sans" panose="020B0606030504020204" pitchFamily="34" charset="0"/>
                <a:cs typeface="Open Sans" panose="020B0606030504020204" pitchFamily="34" charset="0"/>
              </a:rPr>
              <a:t>Cesi</a:t>
            </a:r>
            <a:r>
              <a:rPr lang="en-US" sz="1000" dirty="0">
                <a:ea typeface="Open Sans" panose="020B0606030504020204" pitchFamily="34" charset="0"/>
                <a:cs typeface="Open Sans" panose="020B0606030504020204" pitchFamily="34" charset="0"/>
              </a:rPr>
              <a:t> school in Strasbourg.</a:t>
            </a:r>
          </a:p>
          <a:p>
            <a:pPr fontAlgn="base">
              <a:lnSpc>
                <a:spcPct val="107000"/>
              </a:lnSpc>
            </a:pPr>
            <a:r>
              <a:rPr lang="en-US" sz="1100" b="1" dirty="0">
                <a:solidFill>
                  <a:srgbClr val="00B050"/>
                </a:solidFill>
                <a:ea typeface="Open Sans" panose="020B0606030504020204" pitchFamily="34" charset="0"/>
                <a:cs typeface="Open Sans" panose="020B0606030504020204" pitchFamily="34" charset="0"/>
              </a:rPr>
              <a:t>HEINRICH-NESSEL</a:t>
            </a:r>
            <a:r>
              <a:rPr lang="en-US" sz="1400" dirty="0">
                <a:ea typeface="Open Sans" panose="020B0606030504020204" pitchFamily="34" charset="0"/>
                <a:cs typeface="Open Sans" panose="020B0606030504020204" pitchFamily="34" charset="0"/>
              </a:rPr>
              <a:t>| </a:t>
            </a:r>
            <a:r>
              <a:rPr lang="en-US" sz="1100" dirty="0">
                <a:ea typeface="Open Sans" panose="020B0606030504020204" pitchFamily="34" charset="0"/>
                <a:cs typeface="Open Sans" panose="020B0606030504020204" pitchFamily="34" charset="0"/>
              </a:rPr>
              <a:t>Sept 2016 To </a:t>
            </a:r>
            <a:r>
              <a:rPr lang="en-US" sz="1100" dirty="0" err="1">
                <a:ea typeface="Open Sans" panose="020B0606030504020204" pitchFamily="34" charset="0"/>
                <a:cs typeface="Open Sans" panose="020B0606030504020204" pitchFamily="34" charset="0"/>
              </a:rPr>
              <a:t>Jui</a:t>
            </a:r>
            <a:r>
              <a:rPr lang="en-US" sz="1100" dirty="0">
                <a:ea typeface="Open Sans" panose="020B0606030504020204" pitchFamily="34" charset="0"/>
                <a:cs typeface="Open Sans" panose="020B0606030504020204" pitchFamily="34" charset="0"/>
              </a:rPr>
              <a:t> 2019</a:t>
            </a:r>
          </a:p>
          <a:p>
            <a:r>
              <a:rPr lang="en-US" sz="1100" dirty="0">
                <a:solidFill>
                  <a:srgbClr val="3B6378"/>
                </a:solidFill>
                <a:ea typeface="Open Sans" panose="020B0606030504020204" pitchFamily="34" charset="0"/>
                <a:cs typeface="Open Sans" panose="020B0606030504020204" pitchFamily="34" charset="0"/>
              </a:rPr>
              <a:t>HIGH SCHOOL</a:t>
            </a:r>
          </a:p>
          <a:p>
            <a:pPr marL="164108"/>
            <a:r>
              <a:rPr lang="en-US" sz="1000" dirty="0">
                <a:ea typeface="Open Sans" panose="020B0606030504020204" pitchFamily="34" charset="0"/>
                <a:cs typeface="Open Sans" panose="020B0606030504020204" pitchFamily="34" charset="0"/>
              </a:rPr>
              <a:t>I did my high school in the Engineering Science section with a mathematical specialty + Obtaining the baccalaureate with mention</a:t>
            </a:r>
          </a:p>
          <a:p>
            <a:pPr marL="164108"/>
            <a:endParaRPr lang="en-US" sz="1000" dirty="0">
              <a:ea typeface="Open Sans" panose="020B0606030504020204" pitchFamily="34" charset="0"/>
              <a:cs typeface="Open Sans" panose="020B0606030504020204" pitchFamily="34" charset="0"/>
            </a:endParaRPr>
          </a:p>
        </p:txBody>
      </p:sp>
      <p:sp>
        <p:nvSpPr>
          <p:cNvPr id="29" name="Subtitle 2">
            <a:extLst>
              <a:ext uri="{FF2B5EF4-FFF2-40B4-BE49-F238E27FC236}">
                <a16:creationId xmlns:a16="http://schemas.microsoft.com/office/drawing/2014/main" id="{E24F6BFD-ED74-4CD9-8CE9-EF1740C8FA21}"/>
              </a:ext>
            </a:extLst>
          </p:cNvPr>
          <p:cNvSpPr/>
          <p:nvPr/>
        </p:nvSpPr>
        <p:spPr>
          <a:xfrm>
            <a:off x="2375179" y="2373833"/>
            <a:ext cx="4371615" cy="2579167"/>
          </a:xfrm>
          <a:prstGeom prst="rect">
            <a:avLst/>
          </a:prstGeom>
          <a:noFill/>
          <a:ln cap="flat">
            <a:noFill/>
            <a:prstDash val="solid"/>
          </a:ln>
        </p:spPr>
        <p:txBody>
          <a:bodyPr vert="horz" wrap="square" lIns="82918" tIns="41459" rIns="82918" bIns="41459" anchor="t" anchorCtr="0" compatLnSpc="0">
            <a:noAutofit/>
          </a:bodyPr>
          <a:lstStyle/>
          <a:p>
            <a:pPr marL="164108" indent="-164108">
              <a:buFont typeface="Wingdings" panose="05000000000000000000" pitchFamily="2" charset="2"/>
              <a:buChar char="§"/>
            </a:pPr>
            <a:r>
              <a:rPr lang="fr-FR" sz="1100" b="1" dirty="0">
                <a:solidFill>
                  <a:srgbClr val="00B050"/>
                </a:solidFill>
                <a:ea typeface="Open Sans" panose="020B0606030504020204" pitchFamily="34" charset="0"/>
                <a:cs typeface="Open Sans" panose="020B0606030504020204" pitchFamily="34" charset="0"/>
              </a:rPr>
              <a:t>APPRENTICESHIP</a:t>
            </a:r>
            <a:endParaRPr lang="fr-FR" sz="1000" dirty="0">
              <a:solidFill>
                <a:srgbClr val="00B050"/>
              </a:solidFill>
              <a:ea typeface="Open Sans" panose="020B0606030504020204" pitchFamily="34" charset="0"/>
              <a:cs typeface="Open Sans" panose="020B0606030504020204" pitchFamily="34" charset="0"/>
            </a:endParaRPr>
          </a:p>
          <a:p>
            <a:r>
              <a:rPr lang="en-US" sz="1100" b="1" dirty="0">
                <a:ea typeface="Open Sans" panose="020B0606030504020204" pitchFamily="34" charset="0"/>
                <a:cs typeface="Open Sans" panose="020B0606030504020204" pitchFamily="34" charset="0"/>
              </a:rPr>
              <a:t>Euro Information| Since </a:t>
            </a:r>
            <a:r>
              <a:rPr lang="en-US" sz="1100" b="1" dirty="0" err="1">
                <a:ea typeface="Open Sans" panose="020B0606030504020204" pitchFamily="34" charset="0"/>
                <a:cs typeface="Open Sans" panose="020B0606030504020204" pitchFamily="34" charset="0"/>
              </a:rPr>
              <a:t>Octobre</a:t>
            </a:r>
            <a:r>
              <a:rPr lang="en-US" sz="1100" b="1" dirty="0">
                <a:ea typeface="Open Sans" panose="020B0606030504020204" pitchFamily="34" charset="0"/>
                <a:cs typeface="Open Sans" panose="020B0606030504020204" pitchFamily="34" charset="0"/>
              </a:rPr>
              <a:t> 2021 </a:t>
            </a:r>
          </a:p>
          <a:p>
            <a:pPr marL="164108"/>
            <a:r>
              <a:rPr lang="en-US" sz="1000" dirty="0">
                <a:ea typeface="Open Sans" panose="020B0606030504020204" pitchFamily="34" charset="0"/>
                <a:cs typeface="Open Sans" panose="020B0606030504020204" pitchFamily="34" charset="0"/>
              </a:rPr>
              <a:t>Development of internal IT tool at Euro Information in Cobol and C#</a:t>
            </a:r>
          </a:p>
          <a:p>
            <a:pPr marL="164108" indent="-164108">
              <a:buFont typeface="Wingdings" panose="05000000000000000000" pitchFamily="2" charset="2"/>
              <a:buChar char="§"/>
            </a:pPr>
            <a:r>
              <a:rPr lang="fr-FR" sz="1100" b="1" dirty="0">
                <a:solidFill>
                  <a:srgbClr val="00B050"/>
                </a:solidFill>
                <a:ea typeface="Open Sans" panose="020B0606030504020204" pitchFamily="34" charset="0"/>
                <a:cs typeface="Open Sans" panose="020B0606030504020204" pitchFamily="34" charset="0"/>
              </a:rPr>
              <a:t>END OF YEAR INTERNSHIP</a:t>
            </a:r>
            <a:endParaRPr lang="fr-FR" sz="1000" dirty="0">
              <a:solidFill>
                <a:srgbClr val="00B050"/>
              </a:solidFill>
              <a:ea typeface="Open Sans" panose="020B0606030504020204" pitchFamily="34" charset="0"/>
              <a:cs typeface="Open Sans" panose="020B0606030504020204" pitchFamily="34" charset="0"/>
            </a:endParaRPr>
          </a:p>
          <a:p>
            <a:r>
              <a:rPr lang="en-US" sz="1100" b="1" dirty="0">
                <a:ea typeface="Open Sans" panose="020B0606030504020204" pitchFamily="34" charset="0"/>
                <a:cs typeface="Open Sans" panose="020B0606030504020204" pitchFamily="34" charset="0"/>
              </a:rPr>
              <a:t>SIEMENS| Avril 2021 To </a:t>
            </a:r>
            <a:r>
              <a:rPr lang="en-US" sz="1100" b="1" dirty="0" err="1">
                <a:ea typeface="Open Sans" panose="020B0606030504020204" pitchFamily="34" charset="0"/>
                <a:cs typeface="Open Sans" panose="020B0606030504020204" pitchFamily="34" charset="0"/>
              </a:rPr>
              <a:t>Juillet</a:t>
            </a:r>
            <a:r>
              <a:rPr lang="en-US" sz="1100" b="1" dirty="0">
                <a:ea typeface="Open Sans" panose="020B0606030504020204" pitchFamily="34" charset="0"/>
                <a:cs typeface="Open Sans" panose="020B0606030504020204" pitchFamily="34" charset="0"/>
              </a:rPr>
              <a:t> 2021</a:t>
            </a:r>
          </a:p>
          <a:p>
            <a:r>
              <a:rPr lang="en-US" sz="1000" dirty="0">
                <a:ea typeface="Open Sans" panose="020B0606030504020204" pitchFamily="34" charset="0"/>
                <a:cs typeface="Open Sans" panose="020B0606030504020204" pitchFamily="34" charset="0"/>
              </a:rPr>
              <a:t>       End-of-year internship where I made useful scripts to test the good</a:t>
            </a:r>
          </a:p>
          <a:p>
            <a:r>
              <a:rPr lang="en-US" sz="1000" dirty="0">
                <a:ea typeface="Open Sans" panose="020B0606030504020204" pitchFamily="34" charset="0"/>
                <a:cs typeface="Open Sans" panose="020B0606030504020204" pitchFamily="34" charset="0"/>
              </a:rPr>
              <a:t>       operation of a siemens product (in a language specific to siemens)</a:t>
            </a:r>
            <a:endParaRPr lang="fr-FR" sz="1100" dirty="0">
              <a:solidFill>
                <a:srgbClr val="03C580"/>
              </a:solidFill>
              <a:ea typeface="Open Sans" panose="020B0606030504020204" pitchFamily="34" charset="0"/>
              <a:cs typeface="Open Sans" panose="020B0606030504020204" pitchFamily="34" charset="0"/>
            </a:endParaRPr>
          </a:p>
          <a:p>
            <a:pPr marL="164108" indent="-164108">
              <a:buFont typeface="Wingdings" panose="05000000000000000000" pitchFamily="2" charset="2"/>
              <a:buChar char="§"/>
            </a:pPr>
            <a:r>
              <a:rPr lang="fr-FR" sz="1100" b="1" dirty="0">
                <a:solidFill>
                  <a:srgbClr val="00B050"/>
                </a:solidFill>
                <a:ea typeface="Open Sans" panose="020B0606030504020204" pitchFamily="34" charset="0"/>
                <a:cs typeface="Open Sans" panose="020B0606030504020204" pitchFamily="34" charset="0"/>
              </a:rPr>
              <a:t>SUMMER JOB</a:t>
            </a:r>
            <a:endParaRPr lang="fr-FR" sz="1000" dirty="0">
              <a:solidFill>
                <a:srgbClr val="00B050"/>
              </a:solidFill>
              <a:ea typeface="Open Sans" panose="020B0606030504020204" pitchFamily="34" charset="0"/>
              <a:cs typeface="Open Sans" panose="020B0606030504020204" pitchFamily="34" charset="0"/>
            </a:endParaRPr>
          </a:p>
          <a:p>
            <a:r>
              <a:rPr lang="en-US" sz="1100" b="1" dirty="0">
                <a:ea typeface="Open Sans" panose="020B0606030504020204" pitchFamily="34" charset="0"/>
                <a:cs typeface="Open Sans" panose="020B0606030504020204" pitchFamily="34" charset="0"/>
              </a:rPr>
              <a:t>SIEMENS| </a:t>
            </a:r>
            <a:r>
              <a:rPr lang="en-US" sz="1100" b="1" dirty="0" err="1">
                <a:ea typeface="Open Sans" panose="020B0606030504020204" pitchFamily="34" charset="0"/>
                <a:cs typeface="Open Sans" panose="020B0606030504020204" pitchFamily="34" charset="0"/>
              </a:rPr>
              <a:t>Juillet</a:t>
            </a:r>
            <a:r>
              <a:rPr lang="en-US" sz="1100" b="1" dirty="0">
                <a:ea typeface="Open Sans" panose="020B0606030504020204" pitchFamily="34" charset="0"/>
                <a:cs typeface="Open Sans" panose="020B0606030504020204" pitchFamily="34" charset="0"/>
              </a:rPr>
              <a:t> 2020 To </a:t>
            </a:r>
            <a:r>
              <a:rPr lang="en-US" sz="1100" b="1" dirty="0" err="1">
                <a:ea typeface="Open Sans" panose="020B0606030504020204" pitchFamily="34" charset="0"/>
                <a:cs typeface="Open Sans" panose="020B0606030504020204" pitchFamily="34" charset="0"/>
              </a:rPr>
              <a:t>Aout</a:t>
            </a:r>
            <a:r>
              <a:rPr lang="en-US" sz="1100" b="1" dirty="0">
                <a:ea typeface="Open Sans" panose="020B0606030504020204" pitchFamily="34" charset="0"/>
                <a:cs typeface="Open Sans" panose="020B0606030504020204" pitchFamily="34" charset="0"/>
              </a:rPr>
              <a:t> 2020</a:t>
            </a:r>
          </a:p>
          <a:p>
            <a:pPr marL="164108"/>
            <a:r>
              <a:rPr lang="en-US" sz="1000" dirty="0">
                <a:ea typeface="Open Sans" panose="020B0606030504020204" pitchFamily="34" charset="0"/>
                <a:cs typeface="Open Sans" panose="020B0606030504020204" pitchFamily="34" charset="0"/>
              </a:rPr>
              <a:t>Summer job where I worked in the logistics department of Siemens,</a:t>
            </a:r>
          </a:p>
          <a:p>
            <a:pPr marL="164108"/>
            <a:r>
              <a:rPr lang="en-US" sz="1000" dirty="0">
                <a:ea typeface="Open Sans" panose="020B0606030504020204" pitchFamily="34" charset="0"/>
                <a:cs typeface="Open Sans" panose="020B0606030504020204" pitchFamily="34" charset="0"/>
              </a:rPr>
              <a:t>My job was to supply the production with the necessary parts..</a:t>
            </a:r>
            <a:endParaRPr lang="fr-FR" sz="1000" b="1" dirty="0">
              <a:solidFill>
                <a:srgbClr val="00B050"/>
              </a:solidFill>
              <a:ea typeface="Open Sans" panose="020B0606030504020204" pitchFamily="34" charset="0"/>
              <a:cs typeface="Open Sans" panose="020B0606030504020204" pitchFamily="34" charset="0"/>
            </a:endParaRPr>
          </a:p>
          <a:p>
            <a:pPr marL="164108" indent="-164108">
              <a:buFont typeface="Wingdings" panose="05000000000000000000" pitchFamily="2" charset="2"/>
              <a:buChar char="§"/>
            </a:pPr>
            <a:r>
              <a:rPr lang="fr-FR" sz="1100" b="1" dirty="0">
                <a:solidFill>
                  <a:srgbClr val="00B050"/>
                </a:solidFill>
                <a:ea typeface="Open Sans" panose="020B0606030504020204" pitchFamily="34" charset="0"/>
                <a:cs typeface="Open Sans" panose="020B0606030504020204" pitchFamily="34" charset="0"/>
              </a:rPr>
              <a:t>SUMMER JOB</a:t>
            </a:r>
            <a:endParaRPr lang="fr-FR" sz="1000" dirty="0">
              <a:solidFill>
                <a:srgbClr val="00B050"/>
              </a:solidFill>
              <a:ea typeface="Open Sans" panose="020B0606030504020204" pitchFamily="34" charset="0"/>
              <a:cs typeface="Open Sans" panose="020B0606030504020204" pitchFamily="34" charset="0"/>
            </a:endParaRPr>
          </a:p>
          <a:p>
            <a:r>
              <a:rPr lang="en-US" sz="1100" b="1" dirty="0">
                <a:ea typeface="Open Sans" panose="020B0606030504020204" pitchFamily="34" charset="0"/>
                <a:cs typeface="Open Sans" panose="020B0606030504020204" pitchFamily="34" charset="0"/>
              </a:rPr>
              <a:t>MAIRIE| </a:t>
            </a:r>
            <a:r>
              <a:rPr lang="en-US" sz="1100" b="1" dirty="0" err="1">
                <a:ea typeface="Open Sans" panose="020B0606030504020204" pitchFamily="34" charset="0"/>
                <a:cs typeface="Open Sans" panose="020B0606030504020204" pitchFamily="34" charset="0"/>
              </a:rPr>
              <a:t>Juillet</a:t>
            </a:r>
            <a:r>
              <a:rPr lang="en-US" sz="1100" b="1" dirty="0">
                <a:ea typeface="Open Sans" panose="020B0606030504020204" pitchFamily="34" charset="0"/>
                <a:cs typeface="Open Sans" panose="020B0606030504020204" pitchFamily="34" charset="0"/>
              </a:rPr>
              <a:t> 2019 To </a:t>
            </a:r>
            <a:r>
              <a:rPr lang="en-US" sz="1100" b="1" dirty="0" err="1">
                <a:ea typeface="Open Sans" panose="020B0606030504020204" pitchFamily="34" charset="0"/>
                <a:cs typeface="Open Sans" panose="020B0606030504020204" pitchFamily="34" charset="0"/>
              </a:rPr>
              <a:t>Aout</a:t>
            </a:r>
            <a:r>
              <a:rPr lang="en-US" sz="1100" b="1" dirty="0">
                <a:ea typeface="Open Sans" panose="020B0606030504020204" pitchFamily="34" charset="0"/>
                <a:cs typeface="Open Sans" panose="020B0606030504020204" pitchFamily="34" charset="0"/>
              </a:rPr>
              <a:t> 2019</a:t>
            </a:r>
          </a:p>
          <a:p>
            <a:pPr marL="164108"/>
            <a:r>
              <a:rPr lang="en-US" sz="1050" dirty="0">
                <a:ea typeface="Open Sans" panose="020B0606030504020204" pitchFamily="34" charset="0"/>
                <a:cs typeface="Open Sans" panose="020B0606030504020204" pitchFamily="34" charset="0"/>
              </a:rPr>
              <a:t>Work at the town hall of </a:t>
            </a:r>
            <a:r>
              <a:rPr lang="en-US" sz="1050" dirty="0" err="1">
                <a:ea typeface="Open Sans" panose="020B0606030504020204" pitchFamily="34" charset="0"/>
                <a:cs typeface="Open Sans" panose="020B0606030504020204" pitchFamily="34" charset="0"/>
              </a:rPr>
              <a:t>schweighouse</a:t>
            </a:r>
            <a:r>
              <a:rPr lang="en-US" sz="1050" dirty="0">
                <a:ea typeface="Open Sans" panose="020B0606030504020204" pitchFamily="34" charset="0"/>
                <a:cs typeface="Open Sans" panose="020B0606030504020204" pitchFamily="34" charset="0"/>
              </a:rPr>
              <a:t> as a landscaper</a:t>
            </a:r>
            <a:br>
              <a:rPr lang="en-US" sz="1100" dirty="0">
                <a:ea typeface="Open Sans" panose="020B0606030504020204" pitchFamily="34" charset="0"/>
                <a:cs typeface="Open Sans" panose="020B0606030504020204" pitchFamily="34" charset="0"/>
              </a:rPr>
            </a:br>
            <a:endParaRPr lang="en-US" sz="1100" dirty="0">
              <a:ea typeface="Open Sans" panose="020B0606030504020204" pitchFamily="34" charset="0"/>
              <a:cs typeface="Open Sans" panose="020B0606030504020204" pitchFamily="34" charset="0"/>
            </a:endParaRPr>
          </a:p>
          <a:p>
            <a:pPr marL="164108"/>
            <a:endParaRPr lang="fr-FR" sz="1100" dirty="0">
              <a:solidFill>
                <a:srgbClr val="03C580"/>
              </a:solidFill>
              <a:ea typeface="Open Sans" panose="020B0606030504020204" pitchFamily="34" charset="0"/>
              <a:cs typeface="Open Sans" panose="020B0606030504020204" pitchFamily="34" charset="0"/>
            </a:endParaRPr>
          </a:p>
          <a:p>
            <a:pPr marL="164108"/>
            <a:endParaRPr lang="fr-FR" sz="1100" dirty="0">
              <a:solidFill>
                <a:srgbClr val="03C580"/>
              </a:solidFill>
              <a:ea typeface="Open Sans" panose="020B0606030504020204" pitchFamily="34" charset="0"/>
              <a:cs typeface="Open Sans" panose="020B0606030504020204" pitchFamily="34" charset="0"/>
            </a:endParaRPr>
          </a:p>
        </p:txBody>
      </p:sp>
      <p:grpSp>
        <p:nvGrpSpPr>
          <p:cNvPr id="2" name="Group 1">
            <a:extLst>
              <a:ext uri="{FF2B5EF4-FFF2-40B4-BE49-F238E27FC236}">
                <a16:creationId xmlns:a16="http://schemas.microsoft.com/office/drawing/2014/main" id="{C645F52E-490C-4057-8FAD-605279CDB02D}"/>
              </a:ext>
            </a:extLst>
          </p:cNvPr>
          <p:cNvGrpSpPr/>
          <p:nvPr/>
        </p:nvGrpSpPr>
        <p:grpSpPr>
          <a:xfrm>
            <a:off x="2608236" y="8455356"/>
            <a:ext cx="3856304" cy="860061"/>
            <a:chOff x="2892463" y="9691069"/>
            <a:chExt cx="4252646" cy="948457"/>
          </a:xfrm>
        </p:grpSpPr>
        <p:pic>
          <p:nvPicPr>
            <p:cNvPr id="33" name="Picture 32" descr="C:\Users\YOUSSEF\AppData\Local\Microsoft\Windows\INetCache\Content.Word\world-icon-png-3014.png">
              <a:extLst>
                <a:ext uri="{FF2B5EF4-FFF2-40B4-BE49-F238E27FC236}">
                  <a16:creationId xmlns:a16="http://schemas.microsoft.com/office/drawing/2014/main" id="{66C71E7E-0E5E-4064-857C-392429A72C48}"/>
                </a:ext>
              </a:extLst>
            </p:cNvPr>
            <p:cNvPicPr/>
            <p:nvPr/>
          </p:nvPicPr>
          <p:blipFill>
            <a:blip r:embed="rId3" cstate="screen">
              <a:extLst>
                <a:ext uri="{28A0092B-C50C-407E-A947-70E740481C1C}">
                  <a14:useLocalDpi xmlns:a14="http://schemas.microsoft.com/office/drawing/2010/main"/>
                </a:ext>
              </a:extLst>
            </a:blip>
            <a:srcRect/>
            <a:stretch>
              <a:fillRect/>
            </a:stretch>
          </p:blipFill>
          <p:spPr bwMode="auto">
            <a:xfrm>
              <a:off x="3100497" y="9691069"/>
              <a:ext cx="645654" cy="645654"/>
            </a:xfrm>
            <a:prstGeom prst="ellipse">
              <a:avLst/>
            </a:prstGeom>
            <a:noFill/>
            <a:ln w="25400">
              <a:solidFill>
                <a:srgbClr val="2A4654"/>
              </a:solidFill>
            </a:ln>
          </p:spPr>
        </p:pic>
        <p:pic>
          <p:nvPicPr>
            <p:cNvPr id="34" name="Picture 33">
              <a:extLst>
                <a:ext uri="{FF2B5EF4-FFF2-40B4-BE49-F238E27FC236}">
                  <a16:creationId xmlns:a16="http://schemas.microsoft.com/office/drawing/2014/main" id="{F1D838A3-3C84-4C91-BC21-F019A19362FE}"/>
                </a:ext>
              </a:extLst>
            </p:cNvPr>
            <p:cNvPicPr/>
            <p:nvPr/>
          </p:nvPicPr>
          <p:blipFill rotWithShape="1">
            <a:blip r:embed="rId4" cstate="screen">
              <a:extLst>
                <a:ext uri="{28A0092B-C50C-407E-A947-70E740481C1C}">
                  <a14:useLocalDpi xmlns:a14="http://schemas.microsoft.com/office/drawing/2010/main"/>
                </a:ext>
              </a:extLst>
            </a:blip>
            <a:srcRect l="-23005" t="-18692" r="-15090" b="-14558"/>
            <a:stretch/>
          </p:blipFill>
          <p:spPr bwMode="auto">
            <a:xfrm>
              <a:off x="4162932" y="9700594"/>
              <a:ext cx="668431" cy="645654"/>
            </a:xfrm>
            <a:prstGeom prst="ellipse">
              <a:avLst/>
            </a:prstGeom>
            <a:noFill/>
            <a:ln w="25400" cap="flat" cmpd="sng" algn="ctr">
              <a:solidFill>
                <a:srgbClr val="2A4654"/>
              </a:solidFill>
              <a:prstDash val="solid"/>
              <a:round/>
              <a:headEnd type="none" w="med" len="med"/>
              <a:tailEnd type="none" w="med" len="med"/>
            </a:ln>
            <a:extLst>
              <a:ext uri="{53640926-AAD7-44D8-BBD7-CCE9431645EC}">
                <a14:shadowObscured xmlns:a14="http://schemas.microsoft.com/office/drawing/2010/main"/>
              </a:ext>
            </a:extLst>
          </p:spPr>
        </p:pic>
        <p:pic>
          <p:nvPicPr>
            <p:cNvPr id="35" name="Picture 34">
              <a:extLst>
                <a:ext uri="{FF2B5EF4-FFF2-40B4-BE49-F238E27FC236}">
                  <a16:creationId xmlns:a16="http://schemas.microsoft.com/office/drawing/2014/main" id="{703F244C-4A5E-4B49-927C-035E5D431FC6}"/>
                </a:ext>
              </a:extLst>
            </p:cNvPr>
            <p:cNvPicPr/>
            <p:nvPr/>
          </p:nvPicPr>
          <p:blipFill>
            <a:blip r:embed="rId5" cstate="screen">
              <a:extLst>
                <a:ext uri="{28A0092B-C50C-407E-A947-70E740481C1C}">
                  <a14:useLocalDpi xmlns:a14="http://schemas.microsoft.com/office/drawing/2010/main"/>
                </a:ext>
              </a:extLst>
            </a:blip>
            <a:stretch>
              <a:fillRect/>
            </a:stretch>
          </p:blipFill>
          <p:spPr bwMode="auto">
            <a:xfrm>
              <a:off x="5311567" y="9701229"/>
              <a:ext cx="645654" cy="645654"/>
            </a:xfrm>
            <a:prstGeom prst="ellipse">
              <a:avLst/>
            </a:prstGeom>
            <a:noFill/>
            <a:ln w="25400">
              <a:solidFill>
                <a:srgbClr val="2A4654"/>
              </a:solidFill>
            </a:ln>
          </p:spPr>
        </p:pic>
        <p:sp>
          <p:nvSpPr>
            <p:cNvPr id="37" name="Rectangle 36">
              <a:extLst>
                <a:ext uri="{FF2B5EF4-FFF2-40B4-BE49-F238E27FC236}">
                  <a16:creationId xmlns:a16="http://schemas.microsoft.com/office/drawing/2014/main" id="{69C5EA16-DA47-47F2-B377-CBC6DE42F886}"/>
                </a:ext>
              </a:extLst>
            </p:cNvPr>
            <p:cNvSpPr/>
            <p:nvPr/>
          </p:nvSpPr>
          <p:spPr>
            <a:xfrm>
              <a:off x="2892463" y="10341075"/>
              <a:ext cx="1097868" cy="2984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82918" tIns="41459" rIns="82918" bIns="41459" numCol="1" spcCol="0" rtlCol="0" fromWordArt="0" anchor="ctr" anchorCtr="0" forceAA="0" compatLnSpc="1">
              <a:prstTxWarp prst="textNoShape">
                <a:avLst/>
              </a:prstTxWarp>
              <a:noAutofit/>
            </a:bodyPr>
            <a:lstStyle/>
            <a:p>
              <a:pPr algn="ctr">
                <a:lnSpc>
                  <a:spcPct val="107000"/>
                </a:lnSpc>
                <a:spcAft>
                  <a:spcPts val="725"/>
                </a:spcAft>
              </a:pPr>
              <a:r>
                <a:rPr lang="fr-FR" sz="1000" b="1" dirty="0">
                  <a:solidFill>
                    <a:srgbClr val="262626"/>
                  </a:solidFill>
                  <a:ea typeface="Calibri" panose="020F0502020204030204" pitchFamily="34" charset="0"/>
                  <a:cs typeface="Arial" panose="020B0604020202020204" pitchFamily="34" charset="0"/>
                </a:rPr>
                <a:t>Computer Science</a:t>
              </a:r>
              <a:endParaRPr lang="fr-FR" sz="1000" dirty="0">
                <a:ea typeface="Calibri" panose="020F0502020204030204" pitchFamily="34" charset="0"/>
                <a:cs typeface="Arial" panose="020B0604020202020204" pitchFamily="34" charset="0"/>
              </a:endParaRPr>
            </a:p>
          </p:txBody>
        </p:sp>
        <p:sp>
          <p:nvSpPr>
            <p:cNvPr id="38" name="Rectangle 37">
              <a:extLst>
                <a:ext uri="{FF2B5EF4-FFF2-40B4-BE49-F238E27FC236}">
                  <a16:creationId xmlns:a16="http://schemas.microsoft.com/office/drawing/2014/main" id="{A3838432-98AC-4B41-A94F-5029A86DBD45}"/>
                </a:ext>
              </a:extLst>
            </p:cNvPr>
            <p:cNvSpPr/>
            <p:nvPr/>
          </p:nvSpPr>
          <p:spPr>
            <a:xfrm>
              <a:off x="4095839" y="10331256"/>
              <a:ext cx="835025" cy="298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82918" tIns="41459" rIns="82918" bIns="41459" numCol="1" spcCol="0" rtlCol="0" fromWordArt="0" anchor="ctr" anchorCtr="0" forceAA="0" compatLnSpc="1">
              <a:prstTxWarp prst="textNoShape">
                <a:avLst/>
              </a:prstTxWarp>
              <a:noAutofit/>
            </a:bodyPr>
            <a:lstStyle/>
            <a:p>
              <a:pPr algn="ctr">
                <a:lnSpc>
                  <a:spcPct val="107000"/>
                </a:lnSpc>
                <a:spcAft>
                  <a:spcPts val="725"/>
                </a:spcAft>
              </a:pPr>
              <a:r>
                <a:rPr lang="fr-FR" sz="1000" b="1" dirty="0">
                  <a:solidFill>
                    <a:srgbClr val="262626"/>
                  </a:solidFill>
                  <a:ea typeface="Calibri" panose="020F0502020204030204" pitchFamily="34" charset="0"/>
                  <a:cs typeface="Arial" panose="020B0604020202020204" pitchFamily="34" charset="0"/>
                </a:rPr>
                <a:t>Trip</a:t>
              </a:r>
            </a:p>
          </p:txBody>
        </p:sp>
        <p:sp>
          <p:nvSpPr>
            <p:cNvPr id="39" name="Rectangle 38">
              <a:extLst>
                <a:ext uri="{FF2B5EF4-FFF2-40B4-BE49-F238E27FC236}">
                  <a16:creationId xmlns:a16="http://schemas.microsoft.com/office/drawing/2014/main" id="{3ED1A7AE-0A7B-4AE0-86D7-F1459471A4BE}"/>
                </a:ext>
              </a:extLst>
            </p:cNvPr>
            <p:cNvSpPr/>
            <p:nvPr/>
          </p:nvSpPr>
          <p:spPr>
            <a:xfrm>
              <a:off x="5210899" y="10319826"/>
              <a:ext cx="835025" cy="298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82918" tIns="41459" rIns="82918" bIns="41459" numCol="1" spcCol="0" rtlCol="0" fromWordArt="0" anchor="ctr" anchorCtr="0" forceAA="0" compatLnSpc="1">
              <a:prstTxWarp prst="textNoShape">
                <a:avLst/>
              </a:prstTxWarp>
              <a:noAutofit/>
            </a:bodyPr>
            <a:lstStyle/>
            <a:p>
              <a:pPr algn="ctr">
                <a:lnSpc>
                  <a:spcPct val="107000"/>
                </a:lnSpc>
                <a:spcAft>
                  <a:spcPts val="725"/>
                </a:spcAft>
              </a:pPr>
              <a:r>
                <a:rPr lang="fr-FR" sz="1000" b="1" dirty="0">
                  <a:solidFill>
                    <a:srgbClr val="262626"/>
                  </a:solidFill>
                  <a:ea typeface="Calibri" panose="020F0502020204030204" pitchFamily="34" charset="0"/>
                  <a:cs typeface="Arial" panose="020B0604020202020204" pitchFamily="34" charset="0"/>
                </a:rPr>
                <a:t>Sport</a:t>
              </a:r>
              <a:endParaRPr lang="fr-FR" sz="1000" dirty="0">
                <a:ea typeface="Calibri" panose="020F050202020403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590A21C1-901C-4622-BC9D-3EAB5DE734EB}"/>
                </a:ext>
              </a:extLst>
            </p:cNvPr>
            <p:cNvSpPr/>
            <p:nvPr/>
          </p:nvSpPr>
          <p:spPr>
            <a:xfrm>
              <a:off x="6310084" y="10331256"/>
              <a:ext cx="835025" cy="3073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82918" tIns="41459" rIns="82918" bIns="41459" numCol="1" spcCol="0" rtlCol="0" fromWordArt="0" anchor="ctr" anchorCtr="0" forceAA="0" compatLnSpc="1">
              <a:prstTxWarp prst="textNoShape">
                <a:avLst/>
              </a:prstTxWarp>
              <a:noAutofit/>
            </a:bodyPr>
            <a:lstStyle/>
            <a:p>
              <a:pPr algn="ctr">
                <a:lnSpc>
                  <a:spcPct val="107000"/>
                </a:lnSpc>
                <a:spcAft>
                  <a:spcPts val="725"/>
                </a:spcAft>
              </a:pPr>
              <a:r>
                <a:rPr lang="fr-FR" sz="1000" b="1" dirty="0">
                  <a:solidFill>
                    <a:srgbClr val="262626"/>
                  </a:solidFill>
                  <a:ea typeface="Calibri" panose="020F0502020204030204" pitchFamily="34" charset="0"/>
                  <a:cs typeface="Arial" panose="020B0604020202020204" pitchFamily="34" charset="0"/>
                </a:rPr>
                <a:t>Music</a:t>
              </a:r>
            </a:p>
          </p:txBody>
        </p:sp>
      </p:grpSp>
      <p:grpSp>
        <p:nvGrpSpPr>
          <p:cNvPr id="8" name="Group 7">
            <a:extLst>
              <a:ext uri="{FF2B5EF4-FFF2-40B4-BE49-F238E27FC236}">
                <a16:creationId xmlns:a16="http://schemas.microsoft.com/office/drawing/2014/main" id="{02C768EC-A993-4E01-AD6B-D3EE91099EBB}"/>
              </a:ext>
            </a:extLst>
          </p:cNvPr>
          <p:cNvGrpSpPr/>
          <p:nvPr/>
        </p:nvGrpSpPr>
        <p:grpSpPr>
          <a:xfrm>
            <a:off x="221398" y="6254934"/>
            <a:ext cx="1942812" cy="1239358"/>
            <a:chOff x="183792" y="4784546"/>
            <a:chExt cx="2142490" cy="1366736"/>
          </a:xfrm>
        </p:grpSpPr>
        <p:sp>
          <p:nvSpPr>
            <p:cNvPr id="42" name="Rectangle: Rounded Corners 41">
              <a:extLst>
                <a:ext uri="{FF2B5EF4-FFF2-40B4-BE49-F238E27FC236}">
                  <a16:creationId xmlns:a16="http://schemas.microsoft.com/office/drawing/2014/main" id="{0EEEB3EA-1F32-4D4C-85E6-15629498285D}"/>
                </a:ext>
              </a:extLst>
            </p:cNvPr>
            <p:cNvSpPr/>
            <p:nvPr/>
          </p:nvSpPr>
          <p:spPr>
            <a:xfrm>
              <a:off x="183792" y="4944782"/>
              <a:ext cx="2142490" cy="12065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82918" tIns="41459" rIns="82918" bIns="41459" numCol="1" spcCol="0" rtlCol="0" fromWordArt="0" anchor="ctr" anchorCtr="0" forceAA="0" compatLnSpc="1">
              <a:prstTxWarp prst="textNoShape">
                <a:avLst/>
              </a:prstTxWarp>
              <a:noAutofit/>
            </a:bodyPr>
            <a:lstStyle/>
            <a:p>
              <a:pPr algn="ctr">
                <a:lnSpc>
                  <a:spcPct val="107000"/>
                </a:lnSpc>
              </a:pPr>
              <a:endParaRPr lang="fr-FR" sz="1100" dirty="0">
                <a:ea typeface="Calibri" panose="020F0502020204030204" pitchFamily="34" charset="0"/>
                <a:cs typeface="Arial" panose="020B0604020202020204" pitchFamily="34" charset="0"/>
              </a:endParaRPr>
            </a:p>
            <a:p>
              <a:pPr algn="ctr">
                <a:lnSpc>
                  <a:spcPct val="107000"/>
                </a:lnSpc>
              </a:pPr>
              <a:r>
                <a:rPr lang="fr-FR" sz="1600" b="1" dirty="0">
                  <a:solidFill>
                    <a:srgbClr val="FFFFFF"/>
                  </a:solidFill>
                  <a:ea typeface="Calibri" panose="020F0502020204030204" pitchFamily="34" charset="0"/>
                  <a:cs typeface="Arial" panose="020B0604020202020204" pitchFamily="34" charset="0"/>
                </a:rPr>
                <a:t>TECHNICAL SKILL</a:t>
              </a:r>
              <a:endParaRPr lang="fr-FR" sz="1000" dirty="0">
                <a:ea typeface="Calibri" panose="020F0502020204030204" pitchFamily="34" charset="0"/>
                <a:cs typeface="Arial" panose="020B0604020202020204" pitchFamily="34" charset="0"/>
              </a:endParaRPr>
            </a:p>
          </p:txBody>
        </p:sp>
        <p:pic>
          <p:nvPicPr>
            <p:cNvPr id="61" name="Picture 60">
              <a:extLst>
                <a:ext uri="{FF2B5EF4-FFF2-40B4-BE49-F238E27FC236}">
                  <a16:creationId xmlns:a16="http://schemas.microsoft.com/office/drawing/2014/main" id="{5A3829C5-0E28-4E16-9247-9D49462F3038}"/>
                </a:ext>
              </a:extLst>
            </p:cNvPr>
            <p:cNvPicPr/>
            <p:nvPr/>
          </p:nvPicPr>
          <p:blipFill>
            <a:blip r:embed="rId6">
              <a:biLevel thresh="25000"/>
              <a:extLst>
                <a:ext uri="{28A0092B-C50C-407E-A947-70E740481C1C}">
                  <a14:useLocalDpi xmlns:a14="http://schemas.microsoft.com/office/drawing/2010/main" val="0"/>
                </a:ext>
              </a:extLst>
            </a:blip>
            <a:stretch>
              <a:fillRect/>
            </a:stretch>
          </p:blipFill>
          <p:spPr bwMode="auto">
            <a:xfrm>
              <a:off x="1033106" y="4784546"/>
              <a:ext cx="443865" cy="434975"/>
            </a:xfrm>
            <a:prstGeom prst="rect">
              <a:avLst/>
            </a:prstGeom>
            <a:noFill/>
            <a:ln>
              <a:noFill/>
            </a:ln>
          </p:spPr>
        </p:pic>
      </p:grpSp>
      <p:grpSp>
        <p:nvGrpSpPr>
          <p:cNvPr id="9" name="Group 8">
            <a:extLst>
              <a:ext uri="{FF2B5EF4-FFF2-40B4-BE49-F238E27FC236}">
                <a16:creationId xmlns:a16="http://schemas.microsoft.com/office/drawing/2014/main" id="{9D8F3D9D-3034-454B-94C3-2B8DCD005ECA}"/>
              </a:ext>
            </a:extLst>
          </p:cNvPr>
          <p:cNvGrpSpPr/>
          <p:nvPr/>
        </p:nvGrpSpPr>
        <p:grpSpPr>
          <a:xfrm>
            <a:off x="204104" y="3840132"/>
            <a:ext cx="1942812" cy="929622"/>
            <a:chOff x="165643" y="8142393"/>
            <a:chExt cx="2142490" cy="1025167"/>
          </a:xfrm>
        </p:grpSpPr>
        <p:sp>
          <p:nvSpPr>
            <p:cNvPr id="63" name="Rectangle: Rounded Corners 62">
              <a:extLst>
                <a:ext uri="{FF2B5EF4-FFF2-40B4-BE49-F238E27FC236}">
                  <a16:creationId xmlns:a16="http://schemas.microsoft.com/office/drawing/2014/main" id="{8008416A-6F09-4680-99BA-5AC94035BD38}"/>
                </a:ext>
              </a:extLst>
            </p:cNvPr>
            <p:cNvSpPr/>
            <p:nvPr/>
          </p:nvSpPr>
          <p:spPr>
            <a:xfrm>
              <a:off x="165643" y="8284910"/>
              <a:ext cx="2142490" cy="88265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82918" tIns="41459" rIns="82918" bIns="41459" numCol="1" spcCol="0" rtlCol="0" fromWordArt="0" anchor="ctr" anchorCtr="0" forceAA="0" compatLnSpc="1">
              <a:prstTxWarp prst="textNoShape">
                <a:avLst/>
              </a:prstTxWarp>
              <a:noAutofit/>
            </a:bodyPr>
            <a:lstStyle/>
            <a:p>
              <a:pPr algn="ctr">
                <a:lnSpc>
                  <a:spcPct val="107000"/>
                </a:lnSpc>
              </a:pPr>
              <a:endParaRPr lang="fr-FR" sz="1000" dirty="0">
                <a:ea typeface="Calibri" panose="020F0502020204030204" pitchFamily="34" charset="0"/>
                <a:cs typeface="Arial" panose="020B0604020202020204" pitchFamily="34" charset="0"/>
              </a:endParaRPr>
            </a:p>
            <a:p>
              <a:pPr algn="ctr">
                <a:lnSpc>
                  <a:spcPct val="107000"/>
                </a:lnSpc>
              </a:pPr>
              <a:r>
                <a:rPr lang="fr-FR" sz="1600" b="1" dirty="0">
                  <a:solidFill>
                    <a:srgbClr val="FFFFFF"/>
                  </a:solidFill>
                  <a:ea typeface="Calibri" panose="020F0502020204030204" pitchFamily="34" charset="0"/>
                  <a:cs typeface="Arial" panose="020B0604020202020204" pitchFamily="34" charset="0"/>
                </a:rPr>
                <a:t>LANGUAGES</a:t>
              </a:r>
              <a:r>
                <a:rPr lang="fr-FR" sz="1100" dirty="0">
                  <a:ea typeface="Calibri" panose="020F0502020204030204" pitchFamily="34" charset="0"/>
                  <a:cs typeface="Arial" panose="020B0604020202020204" pitchFamily="34" charset="0"/>
                </a:rPr>
                <a:t> </a:t>
              </a:r>
              <a:endParaRPr lang="fr-FR" sz="1000" dirty="0">
                <a:ea typeface="Calibri" panose="020F0502020204030204" pitchFamily="34" charset="0"/>
                <a:cs typeface="Arial" panose="020B0604020202020204" pitchFamily="34" charset="0"/>
              </a:endParaRPr>
            </a:p>
          </p:txBody>
        </p:sp>
        <p:pic>
          <p:nvPicPr>
            <p:cNvPr id="76" name="Picture 75">
              <a:extLst>
                <a:ext uri="{FF2B5EF4-FFF2-40B4-BE49-F238E27FC236}">
                  <a16:creationId xmlns:a16="http://schemas.microsoft.com/office/drawing/2014/main" id="{A7542EE0-2830-46A8-B744-6606FE5A2DCA}"/>
                </a:ext>
              </a:extLst>
            </p:cNvPr>
            <p:cNvPicPr/>
            <p:nvPr/>
          </p:nvPicPr>
          <p:blipFill>
            <a:blip r:embed="rId7">
              <a:extLst>
                <a:ext uri="{BEBA8EAE-BF5A-486C-A8C5-ECC9F3942E4B}">
                  <a14:imgProps xmlns:a14="http://schemas.microsoft.com/office/drawing/2010/main">
                    <a14:imgLayer r:embed="rId8">
                      <a14:imgEffect>
                        <a14:sharpenSoften amount="100000"/>
                      </a14:imgEffect>
                      <a14:imgEffect>
                        <a14:brightnessContrast bright="100000" contrast="100000"/>
                      </a14:imgEffect>
                    </a14:imgLayer>
                  </a14:imgProps>
                </a:ext>
                <a:ext uri="{28A0092B-C50C-407E-A947-70E740481C1C}">
                  <a14:useLocalDpi xmlns:a14="http://schemas.microsoft.com/office/drawing/2010/main" val="0"/>
                </a:ext>
              </a:extLst>
            </a:blip>
            <a:stretch>
              <a:fillRect/>
            </a:stretch>
          </p:blipFill>
          <p:spPr>
            <a:xfrm>
              <a:off x="1000082" y="8142393"/>
              <a:ext cx="431800" cy="431800"/>
            </a:xfrm>
            <a:prstGeom prst="rect">
              <a:avLst/>
            </a:prstGeom>
          </p:spPr>
        </p:pic>
      </p:grpSp>
      <p:grpSp>
        <p:nvGrpSpPr>
          <p:cNvPr id="176" name="Group 175">
            <a:extLst>
              <a:ext uri="{FF2B5EF4-FFF2-40B4-BE49-F238E27FC236}">
                <a16:creationId xmlns:a16="http://schemas.microsoft.com/office/drawing/2014/main" id="{6CBC31BF-32C1-489F-898B-7937A118BAA6}"/>
              </a:ext>
            </a:extLst>
          </p:cNvPr>
          <p:cNvGrpSpPr/>
          <p:nvPr/>
        </p:nvGrpSpPr>
        <p:grpSpPr>
          <a:xfrm>
            <a:off x="207938" y="4701132"/>
            <a:ext cx="1619530" cy="1200329"/>
            <a:chOff x="235446" y="6041328"/>
            <a:chExt cx="1619530" cy="1186167"/>
          </a:xfrm>
        </p:grpSpPr>
        <p:sp>
          <p:nvSpPr>
            <p:cNvPr id="177" name="Rectangle 176">
              <a:extLst>
                <a:ext uri="{FF2B5EF4-FFF2-40B4-BE49-F238E27FC236}">
                  <a16:creationId xmlns:a16="http://schemas.microsoft.com/office/drawing/2014/main" id="{5FB98F50-D2BE-405E-BC3E-6D4B0B4373C5}"/>
                </a:ext>
              </a:extLst>
            </p:cNvPr>
            <p:cNvSpPr>
              <a:spLocks/>
            </p:cNvSpPr>
            <p:nvPr/>
          </p:nvSpPr>
          <p:spPr>
            <a:xfrm>
              <a:off x="235446" y="6041328"/>
              <a:ext cx="633457" cy="11861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spAutoFit/>
            </a:bodyPr>
            <a:lstStyle/>
            <a:p>
              <a:pPr>
                <a:spcBef>
                  <a:spcPts val="600"/>
                </a:spcBef>
                <a:spcAft>
                  <a:spcPts val="600"/>
                </a:spcAft>
                <a:defRPr/>
              </a:pPr>
              <a:r>
                <a:rPr lang="fr-FR" sz="1200" b="1" dirty="0">
                  <a:solidFill>
                    <a:schemeClr val="bg1"/>
                  </a:solidFill>
                  <a:ea typeface="Open Sans" panose="020B0606030504020204" pitchFamily="34" charset="0"/>
                  <a:cs typeface="Open Sans" panose="020B0606030504020204" pitchFamily="34" charset="0"/>
                </a:rPr>
                <a:t>French :</a:t>
              </a:r>
            </a:p>
            <a:p>
              <a:pPr>
                <a:spcBef>
                  <a:spcPts val="600"/>
                </a:spcBef>
                <a:spcAft>
                  <a:spcPts val="600"/>
                </a:spcAft>
                <a:defRPr/>
              </a:pPr>
              <a:r>
                <a:rPr lang="fr-FR" sz="1200" b="1" dirty="0">
                  <a:solidFill>
                    <a:schemeClr val="bg1"/>
                  </a:solidFill>
                  <a:ea typeface="Open Sans" panose="020B0606030504020204" pitchFamily="34" charset="0"/>
                  <a:cs typeface="Open Sans" panose="020B0606030504020204" pitchFamily="34" charset="0"/>
                </a:rPr>
                <a:t>English :</a:t>
              </a:r>
            </a:p>
            <a:p>
              <a:pPr>
                <a:spcBef>
                  <a:spcPts val="600"/>
                </a:spcBef>
                <a:spcAft>
                  <a:spcPts val="600"/>
                </a:spcAft>
                <a:defRPr/>
              </a:pPr>
              <a:r>
                <a:rPr lang="fr-FR" sz="1200" b="1" dirty="0">
                  <a:solidFill>
                    <a:schemeClr val="bg1"/>
                  </a:solidFill>
                  <a:ea typeface="Open Sans" panose="020B0606030504020204" pitchFamily="34" charset="0"/>
                  <a:cs typeface="Open Sans" panose="020B0606030504020204" pitchFamily="34" charset="0"/>
                </a:rPr>
                <a:t>German:</a:t>
              </a:r>
            </a:p>
            <a:p>
              <a:pPr>
                <a:spcBef>
                  <a:spcPts val="600"/>
                </a:spcBef>
                <a:spcAft>
                  <a:spcPts val="600"/>
                </a:spcAft>
                <a:defRPr/>
              </a:pPr>
              <a:endParaRPr lang="fr-FR" sz="1200" dirty="0">
                <a:solidFill>
                  <a:schemeClr val="bg1"/>
                </a:solidFill>
                <a:ea typeface="Open Sans" panose="020B0606030504020204" pitchFamily="34" charset="0"/>
                <a:cs typeface="Open Sans" panose="020B0606030504020204" pitchFamily="34" charset="0"/>
              </a:endParaRPr>
            </a:p>
          </p:txBody>
        </p:sp>
        <p:sp>
          <p:nvSpPr>
            <p:cNvPr id="178" name="Oval 177">
              <a:extLst>
                <a:ext uri="{FF2B5EF4-FFF2-40B4-BE49-F238E27FC236}">
                  <a16:creationId xmlns:a16="http://schemas.microsoft.com/office/drawing/2014/main" id="{8388CEC9-AB9C-418D-AE1E-77600953A3D1}"/>
                </a:ext>
              </a:extLst>
            </p:cNvPr>
            <p:cNvSpPr/>
            <p:nvPr/>
          </p:nvSpPr>
          <p:spPr>
            <a:xfrm>
              <a:off x="898141" y="6042302"/>
              <a:ext cx="217281" cy="217281"/>
            </a:xfrm>
            <a:prstGeom prst="ellipse">
              <a:avLst/>
            </a:prstGeom>
            <a:solidFill>
              <a:srgbClr val="3B63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solidFill>
                  <a:schemeClr val="bg1"/>
                </a:solidFill>
              </a:endParaRPr>
            </a:p>
          </p:txBody>
        </p:sp>
        <p:sp>
          <p:nvSpPr>
            <p:cNvPr id="179" name="Oval 178">
              <a:extLst>
                <a:ext uri="{FF2B5EF4-FFF2-40B4-BE49-F238E27FC236}">
                  <a16:creationId xmlns:a16="http://schemas.microsoft.com/office/drawing/2014/main" id="{C03F996F-10F0-4FD8-8D17-6DCDA64FEAFA}"/>
                </a:ext>
              </a:extLst>
            </p:cNvPr>
            <p:cNvSpPr/>
            <p:nvPr/>
          </p:nvSpPr>
          <p:spPr>
            <a:xfrm>
              <a:off x="1144659" y="6042302"/>
              <a:ext cx="217281" cy="217281"/>
            </a:xfrm>
            <a:prstGeom prst="ellipse">
              <a:avLst/>
            </a:prstGeom>
            <a:solidFill>
              <a:srgbClr val="3B63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solidFill>
                  <a:schemeClr val="bg1"/>
                </a:solidFill>
              </a:endParaRPr>
            </a:p>
          </p:txBody>
        </p:sp>
        <p:sp>
          <p:nvSpPr>
            <p:cNvPr id="180" name="Oval 179">
              <a:extLst>
                <a:ext uri="{FF2B5EF4-FFF2-40B4-BE49-F238E27FC236}">
                  <a16:creationId xmlns:a16="http://schemas.microsoft.com/office/drawing/2014/main" id="{6BE862B1-838A-4135-BCB1-E9580193FC46}"/>
                </a:ext>
              </a:extLst>
            </p:cNvPr>
            <p:cNvSpPr/>
            <p:nvPr/>
          </p:nvSpPr>
          <p:spPr>
            <a:xfrm>
              <a:off x="1391177" y="6042302"/>
              <a:ext cx="217281" cy="217281"/>
            </a:xfrm>
            <a:prstGeom prst="ellipse">
              <a:avLst/>
            </a:prstGeom>
            <a:solidFill>
              <a:srgbClr val="3B63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solidFill>
                  <a:schemeClr val="bg1"/>
                </a:solidFill>
              </a:endParaRPr>
            </a:p>
          </p:txBody>
        </p:sp>
        <p:sp>
          <p:nvSpPr>
            <p:cNvPr id="181" name="Oval 180">
              <a:extLst>
                <a:ext uri="{FF2B5EF4-FFF2-40B4-BE49-F238E27FC236}">
                  <a16:creationId xmlns:a16="http://schemas.microsoft.com/office/drawing/2014/main" id="{4EAF11CD-578D-49CE-BD4E-6411E99DEAC7}"/>
                </a:ext>
              </a:extLst>
            </p:cNvPr>
            <p:cNvSpPr/>
            <p:nvPr/>
          </p:nvSpPr>
          <p:spPr>
            <a:xfrm>
              <a:off x="1637695" y="6042302"/>
              <a:ext cx="217281" cy="217281"/>
            </a:xfrm>
            <a:prstGeom prst="ellipse">
              <a:avLst/>
            </a:prstGeom>
            <a:solidFill>
              <a:srgbClr val="3B63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solidFill>
                  <a:schemeClr val="bg1"/>
                </a:solidFill>
              </a:endParaRPr>
            </a:p>
          </p:txBody>
        </p:sp>
        <p:sp>
          <p:nvSpPr>
            <p:cNvPr id="183" name="Oval 182">
              <a:extLst>
                <a:ext uri="{FF2B5EF4-FFF2-40B4-BE49-F238E27FC236}">
                  <a16:creationId xmlns:a16="http://schemas.microsoft.com/office/drawing/2014/main" id="{1B4CC882-63BF-4C48-A2EE-E6B684C78827}"/>
                </a:ext>
              </a:extLst>
            </p:cNvPr>
            <p:cNvSpPr/>
            <p:nvPr/>
          </p:nvSpPr>
          <p:spPr>
            <a:xfrm>
              <a:off x="896034" y="6367217"/>
              <a:ext cx="217281" cy="217281"/>
            </a:xfrm>
            <a:prstGeom prst="ellipse">
              <a:avLst/>
            </a:prstGeom>
            <a:solidFill>
              <a:srgbClr val="3B63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solidFill>
                  <a:schemeClr val="bg1"/>
                </a:solidFill>
              </a:endParaRPr>
            </a:p>
          </p:txBody>
        </p:sp>
        <p:sp>
          <p:nvSpPr>
            <p:cNvPr id="184" name="Oval 183">
              <a:extLst>
                <a:ext uri="{FF2B5EF4-FFF2-40B4-BE49-F238E27FC236}">
                  <a16:creationId xmlns:a16="http://schemas.microsoft.com/office/drawing/2014/main" id="{A86F3112-ADE8-4222-82A7-3CFE61919410}"/>
                </a:ext>
              </a:extLst>
            </p:cNvPr>
            <p:cNvSpPr/>
            <p:nvPr/>
          </p:nvSpPr>
          <p:spPr>
            <a:xfrm>
              <a:off x="1142552" y="6367217"/>
              <a:ext cx="217281" cy="217281"/>
            </a:xfrm>
            <a:prstGeom prst="ellipse">
              <a:avLst/>
            </a:prstGeom>
            <a:solidFill>
              <a:srgbClr val="3B63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solidFill>
                  <a:schemeClr val="bg1"/>
                </a:solidFill>
              </a:endParaRPr>
            </a:p>
          </p:txBody>
        </p:sp>
        <p:sp>
          <p:nvSpPr>
            <p:cNvPr id="185" name="Oval 184">
              <a:extLst>
                <a:ext uri="{FF2B5EF4-FFF2-40B4-BE49-F238E27FC236}">
                  <a16:creationId xmlns:a16="http://schemas.microsoft.com/office/drawing/2014/main" id="{D240538F-7C64-45AC-BBBC-257A592ED547}"/>
                </a:ext>
              </a:extLst>
            </p:cNvPr>
            <p:cNvSpPr/>
            <p:nvPr/>
          </p:nvSpPr>
          <p:spPr>
            <a:xfrm>
              <a:off x="1389070" y="6367217"/>
              <a:ext cx="217281" cy="217281"/>
            </a:xfrm>
            <a:prstGeom prst="ellipse">
              <a:avLst/>
            </a:prstGeom>
            <a:solidFill>
              <a:srgbClr val="3B63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solidFill>
                  <a:schemeClr val="bg1"/>
                </a:solidFill>
              </a:endParaRPr>
            </a:p>
          </p:txBody>
        </p:sp>
        <p:sp>
          <p:nvSpPr>
            <p:cNvPr id="188" name="Oval 187">
              <a:extLst>
                <a:ext uri="{FF2B5EF4-FFF2-40B4-BE49-F238E27FC236}">
                  <a16:creationId xmlns:a16="http://schemas.microsoft.com/office/drawing/2014/main" id="{B5B3015A-C7BD-4A5A-8FC7-CF8B4CE5C195}"/>
                </a:ext>
              </a:extLst>
            </p:cNvPr>
            <p:cNvSpPr/>
            <p:nvPr/>
          </p:nvSpPr>
          <p:spPr>
            <a:xfrm>
              <a:off x="893927" y="6692132"/>
              <a:ext cx="217281" cy="217281"/>
            </a:xfrm>
            <a:prstGeom prst="ellipse">
              <a:avLst/>
            </a:prstGeom>
            <a:solidFill>
              <a:srgbClr val="3B63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solidFill>
                  <a:schemeClr val="bg1"/>
                </a:solidFill>
              </a:endParaRPr>
            </a:p>
          </p:txBody>
        </p:sp>
        <p:sp>
          <p:nvSpPr>
            <p:cNvPr id="189" name="Oval 188">
              <a:extLst>
                <a:ext uri="{FF2B5EF4-FFF2-40B4-BE49-F238E27FC236}">
                  <a16:creationId xmlns:a16="http://schemas.microsoft.com/office/drawing/2014/main" id="{226E4C78-CF78-4B08-ABA1-DAE1B1F47637}"/>
                </a:ext>
              </a:extLst>
            </p:cNvPr>
            <p:cNvSpPr/>
            <p:nvPr/>
          </p:nvSpPr>
          <p:spPr>
            <a:xfrm>
              <a:off x="1140445" y="6692132"/>
              <a:ext cx="217281" cy="217281"/>
            </a:xfrm>
            <a:prstGeom prst="ellipse">
              <a:avLst/>
            </a:prstGeom>
            <a:solidFill>
              <a:srgbClr val="3B63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solidFill>
                  <a:schemeClr val="bg1"/>
                </a:solidFill>
              </a:endParaRPr>
            </a:p>
          </p:txBody>
        </p:sp>
        <p:sp>
          <p:nvSpPr>
            <p:cNvPr id="190" name="Oval 189">
              <a:extLst>
                <a:ext uri="{FF2B5EF4-FFF2-40B4-BE49-F238E27FC236}">
                  <a16:creationId xmlns:a16="http://schemas.microsoft.com/office/drawing/2014/main" id="{35EBFB34-C8BE-4DEA-B181-919457928B79}"/>
                </a:ext>
              </a:extLst>
            </p:cNvPr>
            <p:cNvSpPr/>
            <p:nvPr/>
          </p:nvSpPr>
          <p:spPr>
            <a:xfrm>
              <a:off x="1386963" y="6692132"/>
              <a:ext cx="217281" cy="217281"/>
            </a:xfrm>
            <a:prstGeom prst="ellipse">
              <a:avLst/>
            </a:prstGeom>
            <a:solidFill>
              <a:srgbClr val="3B63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solidFill>
                  <a:schemeClr val="bg1"/>
                </a:solidFill>
              </a:endParaRPr>
            </a:p>
          </p:txBody>
        </p:sp>
        <p:sp>
          <p:nvSpPr>
            <p:cNvPr id="191" name="Oval 190">
              <a:extLst>
                <a:ext uri="{FF2B5EF4-FFF2-40B4-BE49-F238E27FC236}">
                  <a16:creationId xmlns:a16="http://schemas.microsoft.com/office/drawing/2014/main" id="{33F53C8D-B407-43E1-B3B0-0C0CC2C9FD52}"/>
                </a:ext>
              </a:extLst>
            </p:cNvPr>
            <p:cNvSpPr/>
            <p:nvPr/>
          </p:nvSpPr>
          <p:spPr>
            <a:xfrm>
              <a:off x="1633481" y="6692132"/>
              <a:ext cx="217281" cy="217281"/>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solidFill>
                  <a:schemeClr val="bg1"/>
                </a:solidFill>
              </a:endParaRPr>
            </a:p>
          </p:txBody>
        </p:sp>
      </p:grpSp>
      <p:grpSp>
        <p:nvGrpSpPr>
          <p:cNvPr id="14" name="Group 13">
            <a:extLst>
              <a:ext uri="{FF2B5EF4-FFF2-40B4-BE49-F238E27FC236}">
                <a16:creationId xmlns:a16="http://schemas.microsoft.com/office/drawing/2014/main" id="{D1F8B006-B23A-4C16-8EF6-6D2C99BAC408}"/>
              </a:ext>
            </a:extLst>
          </p:cNvPr>
          <p:cNvGrpSpPr/>
          <p:nvPr/>
        </p:nvGrpSpPr>
        <p:grpSpPr>
          <a:xfrm>
            <a:off x="2074401" y="1968024"/>
            <a:ext cx="3023379" cy="470825"/>
            <a:chOff x="2139714" y="1968024"/>
            <a:chExt cx="3023379" cy="470825"/>
          </a:xfrm>
          <a:solidFill>
            <a:srgbClr val="03C580"/>
          </a:solidFill>
        </p:grpSpPr>
        <p:sp>
          <p:nvSpPr>
            <p:cNvPr id="31" name="Rectangle: Single Corner Snipped 30">
              <a:extLst>
                <a:ext uri="{FF2B5EF4-FFF2-40B4-BE49-F238E27FC236}">
                  <a16:creationId xmlns:a16="http://schemas.microsoft.com/office/drawing/2014/main" id="{AD43E113-1513-4117-AB2E-EF30776B0B62}"/>
                </a:ext>
              </a:extLst>
            </p:cNvPr>
            <p:cNvSpPr/>
            <p:nvPr/>
          </p:nvSpPr>
          <p:spPr>
            <a:xfrm>
              <a:off x="2145063" y="1968024"/>
              <a:ext cx="3018030" cy="339506"/>
            </a:xfrm>
            <a:prstGeom prst="snip1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82918" tIns="41459" rIns="82918" bIns="41459" numCol="1" spcCol="0" rtlCol="0" fromWordArt="0" anchor="t" anchorCtr="0" forceAA="0" compatLnSpc="1">
              <a:prstTxWarp prst="textNoShape">
                <a:avLst/>
              </a:prstTxWarp>
              <a:noAutofit/>
            </a:bodyPr>
            <a:lstStyle/>
            <a:p>
              <a:pPr marL="38004" algn="ctr">
                <a:lnSpc>
                  <a:spcPct val="107000"/>
                </a:lnSpc>
                <a:spcAft>
                  <a:spcPts val="725"/>
                </a:spcAft>
              </a:pPr>
              <a:r>
                <a:rPr lang="fr-FR" sz="1800" b="1" dirty="0">
                  <a:solidFill>
                    <a:srgbClr val="FFFFFF"/>
                  </a:solidFill>
                  <a:ea typeface="Calibri" panose="020F0502020204030204" pitchFamily="34" charset="0"/>
                  <a:cs typeface="Arial" panose="020B0604020202020204" pitchFamily="34" charset="0"/>
                </a:rPr>
                <a:t>PROFESSIONAL EXPERIENCES</a:t>
              </a:r>
              <a:r>
                <a:rPr lang="fr-FR" sz="1050" dirty="0">
                  <a:ea typeface="Calibri" panose="020F0502020204030204" pitchFamily="34" charset="0"/>
                  <a:cs typeface="Arial" panose="020B0604020202020204" pitchFamily="34" charset="0"/>
                </a:rPr>
                <a:t> </a:t>
              </a:r>
            </a:p>
          </p:txBody>
        </p:sp>
        <p:sp>
          <p:nvSpPr>
            <p:cNvPr id="200" name="Isosceles Triangle 9">
              <a:extLst>
                <a:ext uri="{FF2B5EF4-FFF2-40B4-BE49-F238E27FC236}">
                  <a16:creationId xmlns:a16="http://schemas.microsoft.com/office/drawing/2014/main" id="{0B7CA4F0-DC5B-4C0A-9A20-30082863DDC2}"/>
                </a:ext>
              </a:extLst>
            </p:cNvPr>
            <p:cNvSpPr/>
            <p:nvPr/>
          </p:nvSpPr>
          <p:spPr>
            <a:xfrm rot="18058737">
              <a:off x="2212301" y="2191361"/>
              <a:ext cx="174901" cy="320076"/>
            </a:xfrm>
            <a:custGeom>
              <a:avLst/>
              <a:gdLst>
                <a:gd name="connsiteX0" fmla="*/ 0 w 225062"/>
                <a:gd name="connsiteY0" fmla="*/ 184785 h 184785"/>
                <a:gd name="connsiteX1" fmla="*/ 112531 w 225062"/>
                <a:gd name="connsiteY1" fmla="*/ 0 h 184785"/>
                <a:gd name="connsiteX2" fmla="*/ 225062 w 225062"/>
                <a:gd name="connsiteY2" fmla="*/ 184785 h 184785"/>
                <a:gd name="connsiteX3" fmla="*/ 0 w 225062"/>
                <a:gd name="connsiteY3" fmla="*/ 184785 h 184785"/>
                <a:gd name="connsiteX0" fmla="*/ 0 w 143524"/>
                <a:gd name="connsiteY0" fmla="*/ 298224 h 298224"/>
                <a:gd name="connsiteX1" fmla="*/ 30993 w 143524"/>
                <a:gd name="connsiteY1" fmla="*/ 0 h 298224"/>
                <a:gd name="connsiteX2" fmla="*/ 143524 w 143524"/>
                <a:gd name="connsiteY2" fmla="*/ 184785 h 298224"/>
                <a:gd name="connsiteX3" fmla="*/ 0 w 143524"/>
                <a:gd name="connsiteY3" fmla="*/ 298224 h 298224"/>
                <a:gd name="connsiteX0" fmla="*/ 0 w 155084"/>
                <a:gd name="connsiteY0" fmla="*/ 298224 h 298224"/>
                <a:gd name="connsiteX1" fmla="*/ 30993 w 155084"/>
                <a:gd name="connsiteY1" fmla="*/ 0 h 298224"/>
                <a:gd name="connsiteX2" fmla="*/ 155084 w 155084"/>
                <a:gd name="connsiteY2" fmla="*/ 203507 h 298224"/>
                <a:gd name="connsiteX3" fmla="*/ 0 w 155084"/>
                <a:gd name="connsiteY3" fmla="*/ 298224 h 298224"/>
                <a:gd name="connsiteX0" fmla="*/ 0 w 156369"/>
                <a:gd name="connsiteY0" fmla="*/ 298224 h 298224"/>
                <a:gd name="connsiteX1" fmla="*/ 30993 w 156369"/>
                <a:gd name="connsiteY1" fmla="*/ 0 h 298224"/>
                <a:gd name="connsiteX2" fmla="*/ 156369 w 156369"/>
                <a:gd name="connsiteY2" fmla="*/ 205587 h 298224"/>
                <a:gd name="connsiteX3" fmla="*/ 0 w 156369"/>
                <a:gd name="connsiteY3" fmla="*/ 298224 h 298224"/>
                <a:gd name="connsiteX0" fmla="*/ 0 w 155085"/>
                <a:gd name="connsiteY0" fmla="*/ 300304 h 300304"/>
                <a:gd name="connsiteX1" fmla="*/ 29709 w 155085"/>
                <a:gd name="connsiteY1" fmla="*/ 0 h 300304"/>
                <a:gd name="connsiteX2" fmla="*/ 155085 w 155085"/>
                <a:gd name="connsiteY2" fmla="*/ 205587 h 300304"/>
                <a:gd name="connsiteX3" fmla="*/ 0 w 155085"/>
                <a:gd name="connsiteY3" fmla="*/ 300304 h 300304"/>
                <a:gd name="connsiteX0" fmla="*/ 0 w 134161"/>
                <a:gd name="connsiteY0" fmla="*/ 300304 h 300304"/>
                <a:gd name="connsiteX1" fmla="*/ 29709 w 134161"/>
                <a:gd name="connsiteY1" fmla="*/ 0 h 300304"/>
                <a:gd name="connsiteX2" fmla="*/ 134161 w 134161"/>
                <a:gd name="connsiteY2" fmla="*/ 178503 h 300304"/>
                <a:gd name="connsiteX3" fmla="*/ 0 w 134161"/>
                <a:gd name="connsiteY3" fmla="*/ 300304 h 300304"/>
                <a:gd name="connsiteX0" fmla="*/ 0 w 141713"/>
                <a:gd name="connsiteY0" fmla="*/ 272187 h 272187"/>
                <a:gd name="connsiteX1" fmla="*/ 37261 w 141713"/>
                <a:gd name="connsiteY1" fmla="*/ 0 h 272187"/>
                <a:gd name="connsiteX2" fmla="*/ 141713 w 141713"/>
                <a:gd name="connsiteY2" fmla="*/ 178503 h 272187"/>
                <a:gd name="connsiteX3" fmla="*/ 0 w 141713"/>
                <a:gd name="connsiteY3" fmla="*/ 272187 h 272187"/>
                <a:gd name="connsiteX0" fmla="*/ 0 w 146859"/>
                <a:gd name="connsiteY0" fmla="*/ 272187 h 272187"/>
                <a:gd name="connsiteX1" fmla="*/ 37261 w 146859"/>
                <a:gd name="connsiteY1" fmla="*/ 0 h 272187"/>
                <a:gd name="connsiteX2" fmla="*/ 146859 w 146859"/>
                <a:gd name="connsiteY2" fmla="*/ 187074 h 272187"/>
                <a:gd name="connsiteX3" fmla="*/ 0 w 146859"/>
                <a:gd name="connsiteY3" fmla="*/ 272187 h 272187"/>
                <a:gd name="connsiteX0" fmla="*/ 0 w 146859"/>
                <a:gd name="connsiteY0" fmla="*/ 262587 h 262587"/>
                <a:gd name="connsiteX1" fmla="*/ 40693 w 146859"/>
                <a:gd name="connsiteY1" fmla="*/ 0 h 262587"/>
                <a:gd name="connsiteX2" fmla="*/ 146859 w 146859"/>
                <a:gd name="connsiteY2" fmla="*/ 177474 h 262587"/>
                <a:gd name="connsiteX3" fmla="*/ 0 w 146859"/>
                <a:gd name="connsiteY3" fmla="*/ 262587 h 262587"/>
                <a:gd name="connsiteX0" fmla="*/ 0 w 146859"/>
                <a:gd name="connsiteY0" fmla="*/ 268759 h 268759"/>
                <a:gd name="connsiteX1" fmla="*/ 39321 w 146859"/>
                <a:gd name="connsiteY1" fmla="*/ 0 h 268759"/>
                <a:gd name="connsiteX2" fmla="*/ 146859 w 146859"/>
                <a:gd name="connsiteY2" fmla="*/ 183646 h 268759"/>
                <a:gd name="connsiteX3" fmla="*/ 0 w 146859"/>
                <a:gd name="connsiteY3" fmla="*/ 268759 h 268759"/>
              </a:gdLst>
              <a:ahLst/>
              <a:cxnLst>
                <a:cxn ang="0">
                  <a:pos x="connsiteX0" y="connsiteY0"/>
                </a:cxn>
                <a:cxn ang="0">
                  <a:pos x="connsiteX1" y="connsiteY1"/>
                </a:cxn>
                <a:cxn ang="0">
                  <a:pos x="connsiteX2" y="connsiteY2"/>
                </a:cxn>
                <a:cxn ang="0">
                  <a:pos x="connsiteX3" y="connsiteY3"/>
                </a:cxn>
              </a:cxnLst>
              <a:rect l="l" t="t" r="r" b="b"/>
              <a:pathLst>
                <a:path w="146859" h="268759">
                  <a:moveTo>
                    <a:pt x="0" y="268759"/>
                  </a:moveTo>
                  <a:lnTo>
                    <a:pt x="39321" y="0"/>
                  </a:lnTo>
                  <a:lnTo>
                    <a:pt x="146859" y="183646"/>
                  </a:lnTo>
                  <a:lnTo>
                    <a:pt x="0" y="268759"/>
                  </a:ln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MA" sz="1600" dirty="0"/>
            </a:p>
          </p:txBody>
        </p:sp>
      </p:grpSp>
      <p:grpSp>
        <p:nvGrpSpPr>
          <p:cNvPr id="12" name="Group 11">
            <a:extLst>
              <a:ext uri="{FF2B5EF4-FFF2-40B4-BE49-F238E27FC236}">
                <a16:creationId xmlns:a16="http://schemas.microsoft.com/office/drawing/2014/main" id="{5B3BC6B0-55BC-4EB0-87A7-A30AEDAA8664}"/>
              </a:ext>
            </a:extLst>
          </p:cNvPr>
          <p:cNvGrpSpPr/>
          <p:nvPr/>
        </p:nvGrpSpPr>
        <p:grpSpPr>
          <a:xfrm>
            <a:off x="2072149" y="5172989"/>
            <a:ext cx="3025631" cy="471985"/>
            <a:chOff x="2137462" y="5813069"/>
            <a:chExt cx="2940137" cy="471985"/>
          </a:xfrm>
          <a:solidFill>
            <a:srgbClr val="03C580"/>
          </a:solidFill>
        </p:grpSpPr>
        <p:sp>
          <p:nvSpPr>
            <p:cNvPr id="30" name="Rectangle: Single Corner Snipped 29">
              <a:extLst>
                <a:ext uri="{FF2B5EF4-FFF2-40B4-BE49-F238E27FC236}">
                  <a16:creationId xmlns:a16="http://schemas.microsoft.com/office/drawing/2014/main" id="{4A5E0814-6FE3-478B-B5D7-10331662BDED}"/>
                </a:ext>
              </a:extLst>
            </p:cNvPr>
            <p:cNvSpPr/>
            <p:nvPr/>
          </p:nvSpPr>
          <p:spPr>
            <a:xfrm>
              <a:off x="2139564" y="5813069"/>
              <a:ext cx="2938035" cy="339158"/>
            </a:xfrm>
            <a:prstGeom prst="snip1Rect">
              <a:avLst/>
            </a:prstGeom>
            <a:grpFill/>
            <a:ln>
              <a:noFill/>
            </a:ln>
          </p:spPr>
          <p:style>
            <a:lnRef idx="2">
              <a:schemeClr val="accent1"/>
            </a:lnRef>
            <a:fillRef idx="1">
              <a:schemeClr val="lt1"/>
            </a:fillRef>
            <a:effectRef idx="0">
              <a:schemeClr val="accent1"/>
            </a:effectRef>
            <a:fontRef idx="minor">
              <a:schemeClr val="dk1"/>
            </a:fontRef>
          </p:style>
          <p:txBody>
            <a:bodyPr rot="0" spcFirstLastPara="0" vert="horz" wrap="square" lIns="82918" tIns="41459" rIns="82918" bIns="41459" numCol="1" spcCol="0" rtlCol="0" fromWordArt="0" anchor="t" anchorCtr="0" forceAA="0" compatLnSpc="1">
              <a:prstTxWarp prst="textNoShape">
                <a:avLst/>
              </a:prstTxWarp>
              <a:noAutofit/>
            </a:bodyPr>
            <a:lstStyle/>
            <a:p>
              <a:pPr algn="ctr">
                <a:lnSpc>
                  <a:spcPct val="107000"/>
                </a:lnSpc>
                <a:spcAft>
                  <a:spcPts val="725"/>
                </a:spcAft>
              </a:pPr>
              <a:r>
                <a:rPr lang="fr-FR" sz="1800" b="1" dirty="0">
                  <a:solidFill>
                    <a:srgbClr val="FFFFFF"/>
                  </a:solidFill>
                  <a:ea typeface="Calibri" panose="020F0502020204030204" pitchFamily="34" charset="0"/>
                  <a:cs typeface="Arial" panose="020B0604020202020204" pitchFamily="34" charset="0"/>
                </a:rPr>
                <a:t>EDUCATION</a:t>
              </a:r>
              <a:endParaRPr lang="fr-FR" sz="2000" b="1" dirty="0">
                <a:solidFill>
                  <a:srgbClr val="00AEAB"/>
                </a:solidFill>
                <a:ea typeface="Calibri" panose="020F0502020204030204" pitchFamily="34" charset="0"/>
                <a:cs typeface="Arial" panose="020B0604020202020204" pitchFamily="34" charset="0"/>
              </a:endParaRPr>
            </a:p>
          </p:txBody>
        </p:sp>
        <p:sp>
          <p:nvSpPr>
            <p:cNvPr id="201" name="Isosceles Triangle 9">
              <a:extLst>
                <a:ext uri="{FF2B5EF4-FFF2-40B4-BE49-F238E27FC236}">
                  <a16:creationId xmlns:a16="http://schemas.microsoft.com/office/drawing/2014/main" id="{CF8BD813-7FBD-40E2-895D-7B4944231932}"/>
                </a:ext>
              </a:extLst>
            </p:cNvPr>
            <p:cNvSpPr/>
            <p:nvPr/>
          </p:nvSpPr>
          <p:spPr>
            <a:xfrm rot="18058737">
              <a:off x="2210049" y="6037566"/>
              <a:ext cx="174901" cy="320076"/>
            </a:xfrm>
            <a:custGeom>
              <a:avLst/>
              <a:gdLst>
                <a:gd name="connsiteX0" fmla="*/ 0 w 225062"/>
                <a:gd name="connsiteY0" fmla="*/ 184785 h 184785"/>
                <a:gd name="connsiteX1" fmla="*/ 112531 w 225062"/>
                <a:gd name="connsiteY1" fmla="*/ 0 h 184785"/>
                <a:gd name="connsiteX2" fmla="*/ 225062 w 225062"/>
                <a:gd name="connsiteY2" fmla="*/ 184785 h 184785"/>
                <a:gd name="connsiteX3" fmla="*/ 0 w 225062"/>
                <a:gd name="connsiteY3" fmla="*/ 184785 h 184785"/>
                <a:gd name="connsiteX0" fmla="*/ 0 w 143524"/>
                <a:gd name="connsiteY0" fmla="*/ 298224 h 298224"/>
                <a:gd name="connsiteX1" fmla="*/ 30993 w 143524"/>
                <a:gd name="connsiteY1" fmla="*/ 0 h 298224"/>
                <a:gd name="connsiteX2" fmla="*/ 143524 w 143524"/>
                <a:gd name="connsiteY2" fmla="*/ 184785 h 298224"/>
                <a:gd name="connsiteX3" fmla="*/ 0 w 143524"/>
                <a:gd name="connsiteY3" fmla="*/ 298224 h 298224"/>
                <a:gd name="connsiteX0" fmla="*/ 0 w 155084"/>
                <a:gd name="connsiteY0" fmla="*/ 298224 h 298224"/>
                <a:gd name="connsiteX1" fmla="*/ 30993 w 155084"/>
                <a:gd name="connsiteY1" fmla="*/ 0 h 298224"/>
                <a:gd name="connsiteX2" fmla="*/ 155084 w 155084"/>
                <a:gd name="connsiteY2" fmla="*/ 203507 h 298224"/>
                <a:gd name="connsiteX3" fmla="*/ 0 w 155084"/>
                <a:gd name="connsiteY3" fmla="*/ 298224 h 298224"/>
                <a:gd name="connsiteX0" fmla="*/ 0 w 156369"/>
                <a:gd name="connsiteY0" fmla="*/ 298224 h 298224"/>
                <a:gd name="connsiteX1" fmla="*/ 30993 w 156369"/>
                <a:gd name="connsiteY1" fmla="*/ 0 h 298224"/>
                <a:gd name="connsiteX2" fmla="*/ 156369 w 156369"/>
                <a:gd name="connsiteY2" fmla="*/ 205587 h 298224"/>
                <a:gd name="connsiteX3" fmla="*/ 0 w 156369"/>
                <a:gd name="connsiteY3" fmla="*/ 298224 h 298224"/>
                <a:gd name="connsiteX0" fmla="*/ 0 w 155085"/>
                <a:gd name="connsiteY0" fmla="*/ 300304 h 300304"/>
                <a:gd name="connsiteX1" fmla="*/ 29709 w 155085"/>
                <a:gd name="connsiteY1" fmla="*/ 0 h 300304"/>
                <a:gd name="connsiteX2" fmla="*/ 155085 w 155085"/>
                <a:gd name="connsiteY2" fmla="*/ 205587 h 300304"/>
                <a:gd name="connsiteX3" fmla="*/ 0 w 155085"/>
                <a:gd name="connsiteY3" fmla="*/ 300304 h 300304"/>
                <a:gd name="connsiteX0" fmla="*/ 0 w 134161"/>
                <a:gd name="connsiteY0" fmla="*/ 300304 h 300304"/>
                <a:gd name="connsiteX1" fmla="*/ 29709 w 134161"/>
                <a:gd name="connsiteY1" fmla="*/ 0 h 300304"/>
                <a:gd name="connsiteX2" fmla="*/ 134161 w 134161"/>
                <a:gd name="connsiteY2" fmla="*/ 178503 h 300304"/>
                <a:gd name="connsiteX3" fmla="*/ 0 w 134161"/>
                <a:gd name="connsiteY3" fmla="*/ 300304 h 300304"/>
                <a:gd name="connsiteX0" fmla="*/ 0 w 141713"/>
                <a:gd name="connsiteY0" fmla="*/ 272187 h 272187"/>
                <a:gd name="connsiteX1" fmla="*/ 37261 w 141713"/>
                <a:gd name="connsiteY1" fmla="*/ 0 h 272187"/>
                <a:gd name="connsiteX2" fmla="*/ 141713 w 141713"/>
                <a:gd name="connsiteY2" fmla="*/ 178503 h 272187"/>
                <a:gd name="connsiteX3" fmla="*/ 0 w 141713"/>
                <a:gd name="connsiteY3" fmla="*/ 272187 h 272187"/>
                <a:gd name="connsiteX0" fmla="*/ 0 w 146859"/>
                <a:gd name="connsiteY0" fmla="*/ 272187 h 272187"/>
                <a:gd name="connsiteX1" fmla="*/ 37261 w 146859"/>
                <a:gd name="connsiteY1" fmla="*/ 0 h 272187"/>
                <a:gd name="connsiteX2" fmla="*/ 146859 w 146859"/>
                <a:gd name="connsiteY2" fmla="*/ 187074 h 272187"/>
                <a:gd name="connsiteX3" fmla="*/ 0 w 146859"/>
                <a:gd name="connsiteY3" fmla="*/ 272187 h 272187"/>
                <a:gd name="connsiteX0" fmla="*/ 0 w 146859"/>
                <a:gd name="connsiteY0" fmla="*/ 262587 h 262587"/>
                <a:gd name="connsiteX1" fmla="*/ 40693 w 146859"/>
                <a:gd name="connsiteY1" fmla="*/ 0 h 262587"/>
                <a:gd name="connsiteX2" fmla="*/ 146859 w 146859"/>
                <a:gd name="connsiteY2" fmla="*/ 177474 h 262587"/>
                <a:gd name="connsiteX3" fmla="*/ 0 w 146859"/>
                <a:gd name="connsiteY3" fmla="*/ 262587 h 262587"/>
                <a:gd name="connsiteX0" fmla="*/ 0 w 146859"/>
                <a:gd name="connsiteY0" fmla="*/ 268759 h 268759"/>
                <a:gd name="connsiteX1" fmla="*/ 39321 w 146859"/>
                <a:gd name="connsiteY1" fmla="*/ 0 h 268759"/>
                <a:gd name="connsiteX2" fmla="*/ 146859 w 146859"/>
                <a:gd name="connsiteY2" fmla="*/ 183646 h 268759"/>
                <a:gd name="connsiteX3" fmla="*/ 0 w 146859"/>
                <a:gd name="connsiteY3" fmla="*/ 268759 h 268759"/>
              </a:gdLst>
              <a:ahLst/>
              <a:cxnLst>
                <a:cxn ang="0">
                  <a:pos x="connsiteX0" y="connsiteY0"/>
                </a:cxn>
                <a:cxn ang="0">
                  <a:pos x="connsiteX1" y="connsiteY1"/>
                </a:cxn>
                <a:cxn ang="0">
                  <a:pos x="connsiteX2" y="connsiteY2"/>
                </a:cxn>
                <a:cxn ang="0">
                  <a:pos x="connsiteX3" y="connsiteY3"/>
                </a:cxn>
              </a:cxnLst>
              <a:rect l="l" t="t" r="r" b="b"/>
              <a:pathLst>
                <a:path w="146859" h="268759">
                  <a:moveTo>
                    <a:pt x="0" y="268759"/>
                  </a:moveTo>
                  <a:lnTo>
                    <a:pt x="39321" y="0"/>
                  </a:lnTo>
                  <a:lnTo>
                    <a:pt x="146859" y="183646"/>
                  </a:lnTo>
                  <a:lnTo>
                    <a:pt x="0" y="268759"/>
                  </a:ln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MA" sz="1600" dirty="0"/>
            </a:p>
          </p:txBody>
        </p:sp>
      </p:grpSp>
      <p:grpSp>
        <p:nvGrpSpPr>
          <p:cNvPr id="13" name="Group 12">
            <a:extLst>
              <a:ext uri="{FF2B5EF4-FFF2-40B4-BE49-F238E27FC236}">
                <a16:creationId xmlns:a16="http://schemas.microsoft.com/office/drawing/2014/main" id="{4F71859D-76EB-4503-A0FE-2A1C383FB478}"/>
              </a:ext>
            </a:extLst>
          </p:cNvPr>
          <p:cNvGrpSpPr/>
          <p:nvPr/>
        </p:nvGrpSpPr>
        <p:grpSpPr>
          <a:xfrm>
            <a:off x="2074663" y="7857874"/>
            <a:ext cx="2943122" cy="491489"/>
            <a:chOff x="2139976" y="8429374"/>
            <a:chExt cx="2943122" cy="491489"/>
          </a:xfrm>
          <a:solidFill>
            <a:srgbClr val="03C580"/>
          </a:solidFill>
        </p:grpSpPr>
        <p:sp>
          <p:nvSpPr>
            <p:cNvPr id="32" name="Rectangle: Single Corner Snipped 31">
              <a:extLst>
                <a:ext uri="{FF2B5EF4-FFF2-40B4-BE49-F238E27FC236}">
                  <a16:creationId xmlns:a16="http://schemas.microsoft.com/office/drawing/2014/main" id="{D38D918E-FEF0-454A-B213-C00316B4EB3B}"/>
                </a:ext>
              </a:extLst>
            </p:cNvPr>
            <p:cNvSpPr>
              <a:spLocks/>
            </p:cNvSpPr>
            <p:nvPr/>
          </p:nvSpPr>
          <p:spPr>
            <a:xfrm>
              <a:off x="2145063" y="8429374"/>
              <a:ext cx="2938035" cy="359093"/>
            </a:xfrm>
            <a:prstGeom prst="snip1Rect">
              <a:avLst/>
            </a:prstGeom>
            <a:grpFill/>
            <a:ln>
              <a:noFill/>
            </a:ln>
          </p:spPr>
          <p:style>
            <a:lnRef idx="2">
              <a:schemeClr val="dk1">
                <a:shade val="50000"/>
              </a:schemeClr>
            </a:lnRef>
            <a:fillRef idx="1">
              <a:schemeClr val="dk1"/>
            </a:fillRef>
            <a:effectRef idx="0">
              <a:schemeClr val="dk1"/>
            </a:effectRef>
            <a:fontRef idx="minor">
              <a:schemeClr val="lt1"/>
            </a:fontRef>
          </p:style>
          <p:txBody>
            <a:bodyPr rot="0" spcFirstLastPara="0" vert="horz" wrap="square" lIns="82918" tIns="41459" rIns="82918" bIns="41459" numCol="1" spcCol="0" rtlCol="0" fromWordArt="0" anchor="t" anchorCtr="0" forceAA="0" compatLnSpc="1">
              <a:prstTxWarp prst="textNoShape">
                <a:avLst/>
              </a:prstTxWarp>
              <a:noAutofit/>
            </a:bodyPr>
            <a:lstStyle/>
            <a:p>
              <a:pPr marL="38004" algn="ctr">
                <a:lnSpc>
                  <a:spcPct val="107000"/>
                </a:lnSpc>
                <a:spcAft>
                  <a:spcPts val="725"/>
                </a:spcAft>
              </a:pPr>
              <a:r>
                <a:rPr lang="fr-FR" sz="1600" b="1" dirty="0">
                  <a:solidFill>
                    <a:srgbClr val="FFFFFF"/>
                  </a:solidFill>
                  <a:ea typeface="Calibri" panose="020F0502020204030204" pitchFamily="34" charset="0"/>
                  <a:cs typeface="Arial" panose="020B0604020202020204" pitchFamily="34" charset="0"/>
                </a:rPr>
                <a:t>HOBBIES</a:t>
              </a:r>
            </a:p>
            <a:p>
              <a:pPr algn="ctr">
                <a:lnSpc>
                  <a:spcPct val="107000"/>
                </a:lnSpc>
                <a:spcAft>
                  <a:spcPts val="725"/>
                </a:spcAft>
              </a:pPr>
              <a:r>
                <a:rPr lang="fr-FR" sz="1000" dirty="0">
                  <a:ea typeface="Calibri" panose="020F0502020204030204" pitchFamily="34" charset="0"/>
                  <a:cs typeface="Arial" panose="020B0604020202020204" pitchFamily="34" charset="0"/>
                </a:rPr>
                <a:t> </a:t>
              </a:r>
            </a:p>
          </p:txBody>
        </p:sp>
        <p:sp>
          <p:nvSpPr>
            <p:cNvPr id="202" name="Isosceles Triangle 9">
              <a:extLst>
                <a:ext uri="{FF2B5EF4-FFF2-40B4-BE49-F238E27FC236}">
                  <a16:creationId xmlns:a16="http://schemas.microsoft.com/office/drawing/2014/main" id="{6A4186C6-4A52-45B8-BA54-1BDC2DC2C254}"/>
                </a:ext>
              </a:extLst>
            </p:cNvPr>
            <p:cNvSpPr/>
            <p:nvPr/>
          </p:nvSpPr>
          <p:spPr>
            <a:xfrm rot="18058737">
              <a:off x="2212563" y="8673375"/>
              <a:ext cx="174901" cy="320076"/>
            </a:xfrm>
            <a:custGeom>
              <a:avLst/>
              <a:gdLst>
                <a:gd name="connsiteX0" fmla="*/ 0 w 225062"/>
                <a:gd name="connsiteY0" fmla="*/ 184785 h 184785"/>
                <a:gd name="connsiteX1" fmla="*/ 112531 w 225062"/>
                <a:gd name="connsiteY1" fmla="*/ 0 h 184785"/>
                <a:gd name="connsiteX2" fmla="*/ 225062 w 225062"/>
                <a:gd name="connsiteY2" fmla="*/ 184785 h 184785"/>
                <a:gd name="connsiteX3" fmla="*/ 0 w 225062"/>
                <a:gd name="connsiteY3" fmla="*/ 184785 h 184785"/>
                <a:gd name="connsiteX0" fmla="*/ 0 w 143524"/>
                <a:gd name="connsiteY0" fmla="*/ 298224 h 298224"/>
                <a:gd name="connsiteX1" fmla="*/ 30993 w 143524"/>
                <a:gd name="connsiteY1" fmla="*/ 0 h 298224"/>
                <a:gd name="connsiteX2" fmla="*/ 143524 w 143524"/>
                <a:gd name="connsiteY2" fmla="*/ 184785 h 298224"/>
                <a:gd name="connsiteX3" fmla="*/ 0 w 143524"/>
                <a:gd name="connsiteY3" fmla="*/ 298224 h 298224"/>
                <a:gd name="connsiteX0" fmla="*/ 0 w 155084"/>
                <a:gd name="connsiteY0" fmla="*/ 298224 h 298224"/>
                <a:gd name="connsiteX1" fmla="*/ 30993 w 155084"/>
                <a:gd name="connsiteY1" fmla="*/ 0 h 298224"/>
                <a:gd name="connsiteX2" fmla="*/ 155084 w 155084"/>
                <a:gd name="connsiteY2" fmla="*/ 203507 h 298224"/>
                <a:gd name="connsiteX3" fmla="*/ 0 w 155084"/>
                <a:gd name="connsiteY3" fmla="*/ 298224 h 298224"/>
                <a:gd name="connsiteX0" fmla="*/ 0 w 156369"/>
                <a:gd name="connsiteY0" fmla="*/ 298224 h 298224"/>
                <a:gd name="connsiteX1" fmla="*/ 30993 w 156369"/>
                <a:gd name="connsiteY1" fmla="*/ 0 h 298224"/>
                <a:gd name="connsiteX2" fmla="*/ 156369 w 156369"/>
                <a:gd name="connsiteY2" fmla="*/ 205587 h 298224"/>
                <a:gd name="connsiteX3" fmla="*/ 0 w 156369"/>
                <a:gd name="connsiteY3" fmla="*/ 298224 h 298224"/>
                <a:gd name="connsiteX0" fmla="*/ 0 w 155085"/>
                <a:gd name="connsiteY0" fmla="*/ 300304 h 300304"/>
                <a:gd name="connsiteX1" fmla="*/ 29709 w 155085"/>
                <a:gd name="connsiteY1" fmla="*/ 0 h 300304"/>
                <a:gd name="connsiteX2" fmla="*/ 155085 w 155085"/>
                <a:gd name="connsiteY2" fmla="*/ 205587 h 300304"/>
                <a:gd name="connsiteX3" fmla="*/ 0 w 155085"/>
                <a:gd name="connsiteY3" fmla="*/ 300304 h 300304"/>
                <a:gd name="connsiteX0" fmla="*/ 0 w 134161"/>
                <a:gd name="connsiteY0" fmla="*/ 300304 h 300304"/>
                <a:gd name="connsiteX1" fmla="*/ 29709 w 134161"/>
                <a:gd name="connsiteY1" fmla="*/ 0 h 300304"/>
                <a:gd name="connsiteX2" fmla="*/ 134161 w 134161"/>
                <a:gd name="connsiteY2" fmla="*/ 178503 h 300304"/>
                <a:gd name="connsiteX3" fmla="*/ 0 w 134161"/>
                <a:gd name="connsiteY3" fmla="*/ 300304 h 300304"/>
                <a:gd name="connsiteX0" fmla="*/ 0 w 141713"/>
                <a:gd name="connsiteY0" fmla="*/ 272187 h 272187"/>
                <a:gd name="connsiteX1" fmla="*/ 37261 w 141713"/>
                <a:gd name="connsiteY1" fmla="*/ 0 h 272187"/>
                <a:gd name="connsiteX2" fmla="*/ 141713 w 141713"/>
                <a:gd name="connsiteY2" fmla="*/ 178503 h 272187"/>
                <a:gd name="connsiteX3" fmla="*/ 0 w 141713"/>
                <a:gd name="connsiteY3" fmla="*/ 272187 h 272187"/>
                <a:gd name="connsiteX0" fmla="*/ 0 w 146859"/>
                <a:gd name="connsiteY0" fmla="*/ 272187 h 272187"/>
                <a:gd name="connsiteX1" fmla="*/ 37261 w 146859"/>
                <a:gd name="connsiteY1" fmla="*/ 0 h 272187"/>
                <a:gd name="connsiteX2" fmla="*/ 146859 w 146859"/>
                <a:gd name="connsiteY2" fmla="*/ 187074 h 272187"/>
                <a:gd name="connsiteX3" fmla="*/ 0 w 146859"/>
                <a:gd name="connsiteY3" fmla="*/ 272187 h 272187"/>
                <a:gd name="connsiteX0" fmla="*/ 0 w 146859"/>
                <a:gd name="connsiteY0" fmla="*/ 262587 h 262587"/>
                <a:gd name="connsiteX1" fmla="*/ 40693 w 146859"/>
                <a:gd name="connsiteY1" fmla="*/ 0 h 262587"/>
                <a:gd name="connsiteX2" fmla="*/ 146859 w 146859"/>
                <a:gd name="connsiteY2" fmla="*/ 177474 h 262587"/>
                <a:gd name="connsiteX3" fmla="*/ 0 w 146859"/>
                <a:gd name="connsiteY3" fmla="*/ 262587 h 262587"/>
                <a:gd name="connsiteX0" fmla="*/ 0 w 146859"/>
                <a:gd name="connsiteY0" fmla="*/ 268759 h 268759"/>
                <a:gd name="connsiteX1" fmla="*/ 39321 w 146859"/>
                <a:gd name="connsiteY1" fmla="*/ 0 h 268759"/>
                <a:gd name="connsiteX2" fmla="*/ 146859 w 146859"/>
                <a:gd name="connsiteY2" fmla="*/ 183646 h 268759"/>
                <a:gd name="connsiteX3" fmla="*/ 0 w 146859"/>
                <a:gd name="connsiteY3" fmla="*/ 268759 h 268759"/>
              </a:gdLst>
              <a:ahLst/>
              <a:cxnLst>
                <a:cxn ang="0">
                  <a:pos x="connsiteX0" y="connsiteY0"/>
                </a:cxn>
                <a:cxn ang="0">
                  <a:pos x="connsiteX1" y="connsiteY1"/>
                </a:cxn>
                <a:cxn ang="0">
                  <a:pos x="connsiteX2" y="connsiteY2"/>
                </a:cxn>
                <a:cxn ang="0">
                  <a:pos x="connsiteX3" y="connsiteY3"/>
                </a:cxn>
              </a:cxnLst>
              <a:rect l="l" t="t" r="r" b="b"/>
              <a:pathLst>
                <a:path w="146859" h="268759">
                  <a:moveTo>
                    <a:pt x="0" y="268759"/>
                  </a:moveTo>
                  <a:lnTo>
                    <a:pt x="39321" y="0"/>
                  </a:lnTo>
                  <a:lnTo>
                    <a:pt x="146859" y="183646"/>
                  </a:lnTo>
                  <a:lnTo>
                    <a:pt x="0" y="268759"/>
                  </a:lnTo>
                  <a:close/>
                </a:path>
              </a:pathLst>
            </a:cu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MA" sz="1600" dirty="0"/>
            </a:p>
          </p:txBody>
        </p:sp>
      </p:grpSp>
      <p:sp>
        <p:nvSpPr>
          <p:cNvPr id="80" name="Oval 186">
            <a:extLst>
              <a:ext uri="{FF2B5EF4-FFF2-40B4-BE49-F238E27FC236}">
                <a16:creationId xmlns:a16="http://schemas.microsoft.com/office/drawing/2014/main" id="{E6F9F132-E230-49E4-96FC-771E34F48574}"/>
              </a:ext>
            </a:extLst>
          </p:cNvPr>
          <p:cNvSpPr/>
          <p:nvPr/>
        </p:nvSpPr>
        <p:spPr>
          <a:xfrm>
            <a:off x="1610187" y="5037460"/>
            <a:ext cx="217281" cy="219875"/>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solidFill>
                <a:schemeClr val="bg1"/>
              </a:solidFill>
            </a:endParaRPr>
          </a:p>
        </p:txBody>
      </p:sp>
      <p:sp>
        <p:nvSpPr>
          <p:cNvPr id="3" name="ZoneTexte 2">
            <a:extLst>
              <a:ext uri="{FF2B5EF4-FFF2-40B4-BE49-F238E27FC236}">
                <a16:creationId xmlns:a16="http://schemas.microsoft.com/office/drawing/2014/main" id="{8891F934-1E30-486A-8FC5-C315AD44E6A2}"/>
              </a:ext>
            </a:extLst>
          </p:cNvPr>
          <p:cNvSpPr txBox="1"/>
          <p:nvPr/>
        </p:nvSpPr>
        <p:spPr>
          <a:xfrm>
            <a:off x="363246" y="7200084"/>
            <a:ext cx="1285288" cy="2123658"/>
          </a:xfrm>
          <a:prstGeom prst="rect">
            <a:avLst/>
          </a:prstGeom>
          <a:noFill/>
        </p:spPr>
        <p:txBody>
          <a:bodyPr wrap="none" rtlCol="0">
            <a:spAutoFit/>
          </a:bodyPr>
          <a:lstStyle/>
          <a:p>
            <a:r>
              <a:rPr lang="fr-FR" sz="1200" dirty="0">
                <a:solidFill>
                  <a:schemeClr val="bg1"/>
                </a:solidFill>
              </a:rPr>
              <a:t>Suite Office</a:t>
            </a:r>
          </a:p>
          <a:p>
            <a:r>
              <a:rPr lang="fr-FR" sz="1200" dirty="0">
                <a:solidFill>
                  <a:schemeClr val="bg1"/>
                </a:solidFill>
              </a:rPr>
              <a:t>Cobol </a:t>
            </a:r>
          </a:p>
          <a:p>
            <a:r>
              <a:rPr lang="fr-FR" sz="1200" dirty="0">
                <a:solidFill>
                  <a:schemeClr val="bg1"/>
                </a:solidFill>
              </a:rPr>
              <a:t>Java/C#/C++</a:t>
            </a:r>
          </a:p>
          <a:p>
            <a:r>
              <a:rPr lang="fr-FR" sz="1200" dirty="0">
                <a:solidFill>
                  <a:schemeClr val="bg1"/>
                </a:solidFill>
              </a:rPr>
              <a:t>SQL</a:t>
            </a:r>
          </a:p>
          <a:p>
            <a:r>
              <a:rPr lang="fr-FR" sz="1200" dirty="0">
                <a:solidFill>
                  <a:schemeClr val="bg1"/>
                </a:solidFill>
              </a:rPr>
              <a:t>C/Arduino</a:t>
            </a:r>
          </a:p>
          <a:p>
            <a:r>
              <a:rPr lang="fr-FR" sz="1200" dirty="0">
                <a:solidFill>
                  <a:schemeClr val="bg1"/>
                </a:solidFill>
              </a:rPr>
              <a:t>Python</a:t>
            </a:r>
          </a:p>
          <a:p>
            <a:r>
              <a:rPr lang="fr-FR" sz="1200" dirty="0">
                <a:solidFill>
                  <a:schemeClr val="bg1"/>
                </a:solidFill>
              </a:rPr>
              <a:t>Html/</a:t>
            </a:r>
            <a:r>
              <a:rPr lang="fr-FR" sz="1200" dirty="0" err="1">
                <a:solidFill>
                  <a:schemeClr val="bg1"/>
                </a:solidFill>
              </a:rPr>
              <a:t>Css</a:t>
            </a:r>
            <a:endParaRPr lang="fr-FR" sz="1200" dirty="0">
              <a:solidFill>
                <a:schemeClr val="bg1"/>
              </a:solidFill>
            </a:endParaRPr>
          </a:p>
          <a:p>
            <a:r>
              <a:rPr lang="fr-FR" sz="1200" dirty="0" err="1">
                <a:solidFill>
                  <a:schemeClr val="bg1"/>
                </a:solidFill>
              </a:rPr>
              <a:t>Php</a:t>
            </a:r>
            <a:endParaRPr lang="fr-FR" sz="1200" dirty="0">
              <a:solidFill>
                <a:schemeClr val="bg1"/>
              </a:solidFill>
            </a:endParaRPr>
          </a:p>
          <a:p>
            <a:r>
              <a:rPr lang="fr-FR" sz="1200" dirty="0">
                <a:solidFill>
                  <a:schemeClr val="bg1"/>
                </a:solidFill>
              </a:rPr>
              <a:t>Network (CCNA1)</a:t>
            </a:r>
          </a:p>
          <a:p>
            <a:endParaRPr lang="fr-FR" sz="1200" dirty="0">
              <a:solidFill>
                <a:schemeClr val="bg1"/>
              </a:solidFill>
            </a:endParaRPr>
          </a:p>
          <a:p>
            <a:endParaRPr lang="fr-FR" sz="1200" dirty="0">
              <a:solidFill>
                <a:schemeClr val="bg1"/>
              </a:solidFill>
            </a:endParaRPr>
          </a:p>
        </p:txBody>
      </p:sp>
      <p:pic>
        <p:nvPicPr>
          <p:cNvPr id="1026" name="Picture 2" descr="Icône Musique, social, réseau, marque, logo Gratuit - Icon-Icons.com">
            <a:extLst>
              <a:ext uri="{FF2B5EF4-FFF2-40B4-BE49-F238E27FC236}">
                <a16:creationId xmlns:a16="http://schemas.microsoft.com/office/drawing/2014/main" id="{48122657-8EF1-44F2-8FA8-311A47EA753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55092" y="8425888"/>
            <a:ext cx="661693" cy="661693"/>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a16="http://schemas.microsoft.com/office/drawing/2014/main" id="{15595957-64EE-452D-B2FE-C9A98DA217FA}"/>
              </a:ext>
            </a:extLst>
          </p:cNvPr>
          <p:cNvSpPr txBox="1"/>
          <p:nvPr/>
        </p:nvSpPr>
        <p:spPr>
          <a:xfrm>
            <a:off x="323227" y="1007147"/>
            <a:ext cx="6194021" cy="738664"/>
          </a:xfrm>
          <a:prstGeom prst="rect">
            <a:avLst/>
          </a:prstGeom>
          <a:noFill/>
        </p:spPr>
        <p:txBody>
          <a:bodyPr wrap="square" rtlCol="0">
            <a:spAutoFit/>
          </a:bodyPr>
          <a:lstStyle/>
          <a:p>
            <a:r>
              <a:rPr lang="en-US" sz="1400" dirty="0">
                <a:solidFill>
                  <a:schemeClr val="bg1"/>
                </a:solidFill>
              </a:rPr>
              <a:t>Studying in a computer engineering school, I now want to put my skills and experience even more at the service of your company. My adaptability and my good communication skills will allow me to quickly integrate into your company.</a:t>
            </a:r>
            <a:endParaRPr lang="fr-FR" sz="1400" dirty="0">
              <a:solidFill>
                <a:schemeClr val="bg1"/>
              </a:solidFill>
            </a:endParaRPr>
          </a:p>
        </p:txBody>
      </p:sp>
    </p:spTree>
    <p:extLst>
      <p:ext uri="{BB962C8B-B14F-4D97-AF65-F5344CB8AC3E}">
        <p14:creationId xmlns:p14="http://schemas.microsoft.com/office/powerpoint/2010/main" val="4048804592"/>
      </p:ext>
    </p:extLst>
  </p:cSld>
  <p:clrMapOvr>
    <a:masterClrMapping/>
  </p:clrMapOvr>
</p:sld>
</file>

<file path=ppt/theme/theme1.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1149</TotalTime>
  <Words>307</Words>
  <Application>Microsoft Office PowerPoint</Application>
  <PresentationFormat>Format A4 (210 x 297 mm)</PresentationFormat>
  <Paragraphs>59</Paragraphs>
  <Slides>1</Slides>
  <Notes>1</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vt:i4>
      </vt:variant>
    </vt:vector>
  </HeadingPairs>
  <TitlesOfParts>
    <vt:vector size="5" baseType="lpstr">
      <vt:lpstr>Arial</vt:lpstr>
      <vt:lpstr>Calibri</vt:lpstr>
      <vt:lpstr>Wingdings</vt:lpstr>
      <vt:lpstr>Thème Office</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Cvexemple.com © Tous droits réservés</dc:title>
  <dc:creator>YOUSSEF BAHLA</dc:creator>
  <cp:keywords>Cvexemple.com © Tous droits réservés</cp:keywords>
  <cp:lastModifiedBy>SCHAFER MARTIN</cp:lastModifiedBy>
  <cp:revision>142</cp:revision>
  <dcterms:created xsi:type="dcterms:W3CDTF">2015-07-03T12:55:42Z</dcterms:created>
  <dcterms:modified xsi:type="dcterms:W3CDTF">2022-02-08T08:26:20Z</dcterms:modified>
  <cp:category>Cvexemple.com © Tous droits réservés</cp:category>
</cp:coreProperties>
</file>